
<file path=[Content_Types].xml><?xml version="1.0" encoding="utf-8"?>
<Types xmlns="http://schemas.openxmlformats.org/package/2006/content-types">
  <Default Extension="fntdata" ContentType="application/x-fontdata"/>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2.xml" ContentType="application/vnd.openxmlformats-officedocument.them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747" r:id="rId1"/>
    <p:sldMasterId id="2147483748" r:id="rId2"/>
    <p:sldMasterId id="2147483749" r:id="rId3"/>
  </p:sldMasterIdLst>
  <p:notesMasterIdLst>
    <p:notesMasterId r:id="rId24"/>
  </p:notesMasterIdLst>
  <p:sldIdLst>
    <p:sldId id="256" r:id="rId4"/>
    <p:sldId id="257" r:id="rId5"/>
    <p:sldId id="258" r:id="rId6"/>
    <p:sldId id="261" r:id="rId7"/>
    <p:sldId id="260" r:id="rId8"/>
    <p:sldId id="277" r:id="rId9"/>
    <p:sldId id="262" r:id="rId10"/>
    <p:sldId id="263" r:id="rId11"/>
    <p:sldId id="265" r:id="rId12"/>
    <p:sldId id="278" r:id="rId13"/>
    <p:sldId id="279" r:id="rId14"/>
    <p:sldId id="280" r:id="rId15"/>
    <p:sldId id="281" r:id="rId16"/>
    <p:sldId id="283" r:id="rId17"/>
    <p:sldId id="282" r:id="rId18"/>
    <p:sldId id="284" r:id="rId19"/>
    <p:sldId id="273" r:id="rId20"/>
    <p:sldId id="274" r:id="rId21"/>
    <p:sldId id="275" r:id="rId22"/>
    <p:sldId id="276" r:id="rId23"/>
  </p:sldIdLst>
  <p:sldSz cx="9144000" cy="5143500" type="screen16x9"/>
  <p:notesSz cx="6858000" cy="9144000"/>
  <p:embeddedFontLst>
    <p:embeddedFont>
      <p:font typeface="Commissioner" panose="020B0604020202020204" charset="0"/>
      <p:regular r:id="rId25"/>
      <p:bold r:id="rId26"/>
    </p:embeddedFont>
    <p:embeddedFont>
      <p:font typeface="Golos Text" panose="020B0604020202020204" charset="0"/>
      <p:regular r:id="rId27"/>
      <p:bold r:id="rId28"/>
    </p:embeddedFont>
    <p:embeddedFont>
      <p:font typeface="Golos Text SemiBold" panose="020B0604020202020204" charset="0"/>
      <p:regular r:id="rId29"/>
      <p:bold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4314" autoAdjust="0"/>
  </p:normalViewPr>
  <p:slideViewPr>
    <p:cSldViewPr snapToGrid="0">
      <p:cViewPr>
        <p:scale>
          <a:sx n="66" d="100"/>
          <a:sy n="66" d="100"/>
        </p:scale>
        <p:origin x="1930" y="19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2.fntdata"/><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1.fntdata"/><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32" Type="http://schemas.openxmlformats.org/officeDocument/2006/relationships/viewProps" Target="view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font" Target="fonts/font4.fntdata"/><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font" Target="fonts/font3.fntdata"/><Relationship Id="rId30" Type="http://schemas.openxmlformats.org/officeDocument/2006/relationships/font" Target="fonts/font6.fntdata"/><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5"/>
        <p:cNvGrpSpPr/>
        <p:nvPr/>
      </p:nvGrpSpPr>
      <p:grpSpPr>
        <a:xfrm>
          <a:off x="0" y="0"/>
          <a:ext cx="0" cy="0"/>
          <a:chOff x="0" y="0"/>
          <a:chExt cx="0" cy="0"/>
        </a:xfrm>
      </p:grpSpPr>
      <p:sp>
        <p:nvSpPr>
          <p:cNvPr id="846" name="Google Shape;846;g2747bfd1ede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7" name="Google Shape;847;g2747bfd1ede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33367a5ecc6_0_2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3" name="Google Shape;853;g33367a5ecc6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2"/>
        <p:cNvGrpSpPr/>
        <p:nvPr/>
      </p:nvGrpSpPr>
      <p:grpSpPr>
        <a:xfrm>
          <a:off x="0" y="0"/>
          <a:ext cx="0" cy="0"/>
          <a:chOff x="0" y="0"/>
          <a:chExt cx="0" cy="0"/>
        </a:xfrm>
      </p:grpSpPr>
      <p:sp>
        <p:nvSpPr>
          <p:cNvPr id="873" name="Google Shape;873;g1336d459b97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4" name="Google Shape;874;g1336d459b97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 first, I will introduce some key concepts and discuss the motivation of the project.</a:t>
            </a: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32d25005b44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2022 the number of connected devices to the internet exceeded the number of people on the planet. This ushered in </a:t>
            </a:r>
            <a:r>
              <a:rPr lang="en-US" dirty="0" err="1"/>
              <a:t>whats</a:t>
            </a:r>
            <a:r>
              <a:rPr lang="en-US" dirty="0"/>
              <a:t> called IoT. This was enabled by the fact that devices which are able to connect to communicate through the internet became cheaper and smaller. As a result the old hierarchical structure of network became very inefficient which led to new structures where all nodes can communicate together. This required different protocols with varying degrees of speed, range and security.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3"/>
        <p:cNvGrpSpPr/>
        <p:nvPr/>
      </p:nvGrpSpPr>
      <p:grpSpPr>
        <a:xfrm>
          <a:off x="0" y="0"/>
          <a:ext cx="0" cy="0"/>
          <a:chOff x="0" y="0"/>
          <a:chExt cx="0" cy="0"/>
        </a:xfrm>
      </p:grpSpPr>
      <p:sp>
        <p:nvSpPr>
          <p:cNvPr id="894" name="Google Shape;894;g33367a5ecc6_0_1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5" name="Google Shape;895;g33367a5ecc6_0_1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so here in figure 1 we can see the structure of an FPGA. This is a matrix of configurable logic blocks which are logic gates with programmable wires between them. What makes FPGAs unique is that these wires can be endlessly reprogrammed to allow them to perform any computational task. This makes them very useful in prototyping and also in production in low to medium scales</a:t>
            </a: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8D46E45F-02CB-BEC8-D6FB-208D235E43FD}"/>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8D926439-7C15-9443-69D6-D01451B6D0A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AE20B140-9836-FD75-E919-86B23BE1CE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For this project however, I wanted to try to implement an IoT network where the nodes are a </a:t>
            </a:r>
            <a:r>
              <a:rPr lang="en-GB" dirty="0" err="1"/>
              <a:t>uC</a:t>
            </a:r>
            <a:r>
              <a:rPr lang="en-GB" dirty="0"/>
              <a:t> and an FPGA. This requires different protocols with wired and wireless connections as well. At the end this should show that in an industrial setting where architectures are different, IoT can still enable cross communications. </a:t>
            </a:r>
            <a:endParaRPr dirty="0"/>
          </a:p>
        </p:txBody>
      </p:sp>
    </p:spTree>
    <p:extLst>
      <p:ext uri="{BB962C8B-B14F-4D97-AF65-F5344CB8AC3E}">
        <p14:creationId xmlns:p14="http://schemas.microsoft.com/office/powerpoint/2010/main" val="22793233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32d25005b44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4" name="Google Shape;914;g32d25005b44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Now I will be discussing our proposal and the structure of the work</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32d25005b4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32d25005b4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Here is a block diagram of the project plan. We see the FPGA processing the reading from the temperature sensor through an I2C connection which is then shown on the 7 segment display and the LEDs as well. This value is then transferred to a raspberry pi </a:t>
            </a:r>
            <a:r>
              <a:rPr lang="en-GB" dirty="0" err="1"/>
              <a:t>pico</a:t>
            </a:r>
            <a:r>
              <a:rPr lang="en-GB" dirty="0"/>
              <a:t> w which is a </a:t>
            </a:r>
            <a:r>
              <a:rPr lang="en-GB" dirty="0" err="1"/>
              <a:t>uC</a:t>
            </a:r>
            <a:r>
              <a:rPr lang="en-GB" dirty="0"/>
              <a:t> over SPI connection which in turn transfers that wirelessly though </a:t>
            </a:r>
            <a:r>
              <a:rPr lang="en-GB" dirty="0" err="1"/>
              <a:t>mqtt</a:t>
            </a:r>
            <a:r>
              <a:rPr lang="en-GB" dirty="0"/>
              <a:t> to the raspberry which is both a node and the broker.</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2d97e962e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32d97e962e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Now we can see some details of the implementation</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EF2EE9E6-43F3-6F25-6177-FE9D304B24A5}"/>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F3D88DBA-C6A9-B228-7399-6E8888EAFB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3D60E0E1-4889-8A89-1ABA-CEA57C74F6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i2C protocol used to communicate between the FPGA and the ADT7420 temperature sensor. For this interface, 2 lines are necessary. These are the SCL carrying the clock data and the SDA line carrying the data bits. For this device the communication starts by a high bit on a high clock signal. Then the master needs to start sending the device address which is followed by a read bit “1”. The device then receives the ACK from the sensor and then receives the </a:t>
            </a:r>
            <a:r>
              <a:rPr lang="en-GB" dirty="0" err="1"/>
              <a:t>tMSb</a:t>
            </a:r>
            <a:r>
              <a:rPr lang="en-GB" dirty="0"/>
              <a:t> and LSB. Here we can see the MSB and the LSB split into their bits. As we want to measure integers in degrees we can focus only on bits 14:7</a:t>
            </a:r>
            <a:endParaRPr dirty="0"/>
          </a:p>
        </p:txBody>
      </p:sp>
    </p:spTree>
    <p:extLst>
      <p:ext uri="{BB962C8B-B14F-4D97-AF65-F5344CB8AC3E}">
        <p14:creationId xmlns:p14="http://schemas.microsoft.com/office/powerpoint/2010/main" val="40448375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F2719CD6-43FF-B67C-B71F-51A44DD3A17A}"/>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6450BCD4-C71F-3505-78F7-E54C064B95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190A2864-71F8-8FCF-1037-109720ABCE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Here we can see the waveform simulation of the VHDL component</a:t>
            </a:r>
            <a:endParaRPr dirty="0"/>
          </a:p>
        </p:txBody>
      </p:sp>
    </p:spTree>
    <p:extLst>
      <p:ext uri="{BB962C8B-B14F-4D97-AF65-F5344CB8AC3E}">
        <p14:creationId xmlns:p14="http://schemas.microsoft.com/office/powerpoint/2010/main" val="145781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23424B6C-6DDC-069A-C631-9363641C621F}"/>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A5F5FB6B-AF2E-2072-D168-9F847870848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3EC317E5-C26F-E13F-5FE6-5F70D906A2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The SPI protocol is used to communicate between the FPGA and the Pico W </a:t>
            </a:r>
            <a:r>
              <a:rPr lang="en-GB" dirty="0" err="1"/>
              <a:t>uC</a:t>
            </a:r>
            <a:r>
              <a:rPr lang="en-GB" dirty="0"/>
              <a:t>. This protocol requires 4 lines, clock, ss , </a:t>
            </a:r>
            <a:r>
              <a:rPr lang="en-GB" dirty="0" err="1"/>
              <a:t>mosi</a:t>
            </a:r>
            <a:r>
              <a:rPr lang="en-GB" dirty="0"/>
              <a:t> and miso. The master (</a:t>
            </a:r>
            <a:r>
              <a:rPr lang="en-GB" dirty="0" err="1"/>
              <a:t>pico</a:t>
            </a:r>
            <a:r>
              <a:rPr lang="en-GB" dirty="0"/>
              <a:t> w ) in this case is the master so it is responsible for generating the clock and the SS signal. In this case we are using phase 0 and pol 0 so the clock is 0 at idle and the data is sampled on the raising edge of the clock.</a:t>
            </a:r>
            <a:endParaRPr dirty="0"/>
          </a:p>
        </p:txBody>
      </p:sp>
    </p:spTree>
    <p:extLst>
      <p:ext uri="{BB962C8B-B14F-4D97-AF65-F5344CB8AC3E}">
        <p14:creationId xmlns:p14="http://schemas.microsoft.com/office/powerpoint/2010/main" val="33983978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22CE5CEA-8D65-3C1B-911C-1E8487B775DA}"/>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FC80981E-C435-CE15-22FD-9A26B5208D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88589173-7734-A868-7F99-69AB246532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Here we can see the waveform simulation of the VHDL component</a:t>
            </a:r>
          </a:p>
        </p:txBody>
      </p:sp>
    </p:spTree>
    <p:extLst>
      <p:ext uri="{BB962C8B-B14F-4D97-AF65-F5344CB8AC3E}">
        <p14:creationId xmlns:p14="http://schemas.microsoft.com/office/powerpoint/2010/main" val="180118652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A1DB4DD4-64D8-0DDF-5145-9912CAB28778}"/>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60B53095-4236-4937-35E2-A7333F46B7D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552DD820-CA7A-802D-1187-3278411C47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Here the SPI Master is defined with specifying the </a:t>
            </a:r>
            <a:r>
              <a:rPr lang="en-GB" dirty="0" err="1"/>
              <a:t>baudrate</a:t>
            </a:r>
            <a:r>
              <a:rPr lang="en-GB" dirty="0"/>
              <a:t> which is the speed of the clock, polarity, phase and the pins as well. Then functions for receiving the bit stream sets the SS line low, reads one byte and then setting SS line high again. Another function is added to convert the byte into a decimal value</a:t>
            </a:r>
            <a:endParaRPr dirty="0"/>
          </a:p>
        </p:txBody>
      </p:sp>
    </p:spTree>
    <p:extLst>
      <p:ext uri="{BB962C8B-B14F-4D97-AF65-F5344CB8AC3E}">
        <p14:creationId xmlns:p14="http://schemas.microsoft.com/office/powerpoint/2010/main" val="20577909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6CDA48F6-F32C-F91B-2749-C3CFA56BC284}"/>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413CA648-9A91-84F5-D9DD-871652E66E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986ABDA7-53D6-E52E-259E-2B4BD97879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a:t>
            </a:r>
            <a:r>
              <a:rPr lang="en-GB" dirty="0"/>
              <a:t>QTT is a wireless communication protocol which is used to communicate between the Pico and the raspberry pi 4. here the </a:t>
            </a:r>
            <a:r>
              <a:rPr lang="en-GB" dirty="0" err="1"/>
              <a:t>pico</a:t>
            </a:r>
            <a:r>
              <a:rPr lang="en-GB" dirty="0"/>
              <a:t> is set as a publisher which will send the information to the broker under a specific topic. The </a:t>
            </a:r>
            <a:r>
              <a:rPr lang="en-GB" dirty="0" err="1"/>
              <a:t>pico</a:t>
            </a:r>
            <a:r>
              <a:rPr lang="en-GB" dirty="0"/>
              <a:t> is first connected to the internet, and then it connects to the broker via its IP. At the end it can publish the reading values</a:t>
            </a:r>
            <a:endParaRPr dirty="0"/>
          </a:p>
        </p:txBody>
      </p:sp>
    </p:spTree>
    <p:extLst>
      <p:ext uri="{BB962C8B-B14F-4D97-AF65-F5344CB8AC3E}">
        <p14:creationId xmlns:p14="http://schemas.microsoft.com/office/powerpoint/2010/main" val="5806357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a:extLst>
            <a:ext uri="{FF2B5EF4-FFF2-40B4-BE49-F238E27FC236}">
              <a16:creationId xmlns:a16="http://schemas.microsoft.com/office/drawing/2014/main" id="{F55D6387-EBF2-08E0-D65A-8BB7FFA4C66E}"/>
            </a:ext>
          </a:extLst>
        </p:cNvPr>
        <p:cNvGrpSpPr/>
        <p:nvPr/>
      </p:nvGrpSpPr>
      <p:grpSpPr>
        <a:xfrm>
          <a:off x="0" y="0"/>
          <a:ext cx="0" cy="0"/>
          <a:chOff x="0" y="0"/>
          <a:chExt cx="0" cy="0"/>
        </a:xfrm>
      </p:grpSpPr>
      <p:sp>
        <p:nvSpPr>
          <p:cNvPr id="905" name="Google Shape;905;g32d25005b44_0_7:notes">
            <a:extLst>
              <a:ext uri="{FF2B5EF4-FFF2-40B4-BE49-F238E27FC236}">
                <a16:creationId xmlns:a16="http://schemas.microsoft.com/office/drawing/2014/main" id="{678F4E8D-55E2-2D0D-6786-B16AB124F90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32d25005b44_0_7:notes">
            <a:extLst>
              <a:ext uri="{FF2B5EF4-FFF2-40B4-BE49-F238E27FC236}">
                <a16:creationId xmlns:a16="http://schemas.microsoft.com/office/drawing/2014/main" id="{97737C7B-08C6-2879-09E3-F572FC539A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 the pi board its much simpler, all we need to do is install the mosquito package, run the package and subscribe to the same topic that the </a:t>
            </a:r>
            <a:r>
              <a:rPr lang="en-US" dirty="0" err="1"/>
              <a:t>pico</a:t>
            </a:r>
            <a:r>
              <a:rPr lang="en-US" dirty="0"/>
              <a:t> is publishing to</a:t>
            </a:r>
            <a:endParaRPr dirty="0"/>
          </a:p>
        </p:txBody>
      </p:sp>
    </p:spTree>
    <p:extLst>
      <p:ext uri="{BB962C8B-B14F-4D97-AF65-F5344CB8AC3E}">
        <p14:creationId xmlns:p14="http://schemas.microsoft.com/office/powerpoint/2010/main" val="41050051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4"/>
        <p:cNvGrpSpPr/>
        <p:nvPr/>
      </p:nvGrpSpPr>
      <p:grpSpPr>
        <a:xfrm>
          <a:off x="0" y="0"/>
          <a:ext cx="0" cy="0"/>
          <a:chOff x="0" y="0"/>
          <a:chExt cx="0" cy="0"/>
        </a:xfrm>
      </p:grpSpPr>
      <p:sp>
        <p:nvSpPr>
          <p:cNvPr id="1025" name="Google Shape;1025;g32d9b92e94a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6" name="Google Shape;1026;g32d9b92e94a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5"/>
        <p:cNvGrpSpPr/>
        <p:nvPr/>
      </p:nvGrpSpPr>
      <p:grpSpPr>
        <a:xfrm>
          <a:off x="0" y="0"/>
          <a:ext cx="0" cy="0"/>
          <a:chOff x="0" y="0"/>
          <a:chExt cx="0" cy="0"/>
        </a:xfrm>
      </p:grpSpPr>
      <p:sp>
        <p:nvSpPr>
          <p:cNvPr id="1036" name="Google Shape;1036;g32d9b92e94a_0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7" name="Google Shape;1037;g32d9b92e94a_0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project started as an attempt to only use the FPGA board without the </a:t>
            </a:r>
            <a:r>
              <a:rPr lang="en-US" dirty="0" err="1"/>
              <a:t>uC</a:t>
            </a:r>
            <a:r>
              <a:rPr lang="en-US" dirty="0"/>
              <a:t> by building a </a:t>
            </a:r>
            <a:r>
              <a:rPr lang="en-US" dirty="0" err="1"/>
              <a:t>linux</a:t>
            </a:r>
            <a:r>
              <a:rPr lang="en-US" dirty="0"/>
              <a:t> image on the FPGA and using this build the wireless IoT communication but this failed due to time constraints. This approach however still worked without problems and we see here the </a:t>
            </a:r>
            <a:r>
              <a:rPr lang="en-US" dirty="0" err="1"/>
              <a:t>pico</a:t>
            </a:r>
            <a:r>
              <a:rPr lang="en-US" dirty="0"/>
              <a:t> and the pi passing around the information. This shows how in an environment with different architectures, communication protocols specially, </a:t>
            </a:r>
            <a:r>
              <a:rPr lang="en-US" dirty="0" err="1"/>
              <a:t>iot</a:t>
            </a:r>
            <a:r>
              <a:rPr lang="en-US" dirty="0"/>
              <a:t> can still be used to communicate devices together.</a:t>
            </a: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g32d9b92e94a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4" name="Google Shape;1044;g32d9b92e94a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33367a5ecc6_0_85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1" name="Google Shape;1051;g33367a5ecc6_0_8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flaticon.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s://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hyperlink" Target="https://flaticon.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2.xml"/><Relationship Id="rId4" Type="http://schemas.openxmlformats.org/officeDocument/2006/relationships/hyperlink" Target="https://freepik.com/" TargetMode="Externa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3" Type="http://schemas.openxmlformats.org/officeDocument/2006/relationships/hyperlink" Target="https://flaticon.com/"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s://freepik.com/" TargetMode="Externa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11" name="Google Shape;11;p2"/>
          <p:cNvSpPr txBox="1">
            <a:spLocks noGrp="1"/>
          </p:cNvSpPr>
          <p:nvPr>
            <p:ph type="subTitle" idx="1"/>
          </p:nvPr>
        </p:nvSpPr>
        <p:spPr>
          <a:xfrm>
            <a:off x="713225" y="3315975"/>
            <a:ext cx="5004900" cy="423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12" name="Google Shape;12;p2"/>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 name="Google Shape;13;p2"/>
          <p:cNvGrpSpPr/>
          <p:nvPr/>
        </p:nvGrpSpPr>
        <p:grpSpPr>
          <a:xfrm>
            <a:off x="-55375" y="539500"/>
            <a:ext cx="9199350" cy="4604000"/>
            <a:chOff x="-55375" y="539500"/>
            <a:chExt cx="9199350" cy="4604000"/>
          </a:xfrm>
        </p:grpSpPr>
        <p:cxnSp>
          <p:nvCxnSpPr>
            <p:cNvPr id="14" name="Google Shape;14;p2"/>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5" name="Google Shape;15;p2"/>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16" name="Google Shape;16;p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19" name="Google Shape;19;p3"/>
          <p:cNvSpPr txBox="1">
            <a:spLocks noGrp="1"/>
          </p:cNvSpPr>
          <p:nvPr>
            <p:ph type="title" idx="2" hasCustomPrompt="1"/>
          </p:nvPr>
        </p:nvSpPr>
        <p:spPr>
          <a:xfrm>
            <a:off x="1512075" y="1012500"/>
            <a:ext cx="1076100" cy="870000"/>
          </a:xfrm>
          <a:prstGeom prst="rect">
            <a:avLst/>
          </a:prstGeom>
          <a:noFill/>
        </p:spPr>
        <p:txBody>
          <a:bodyPr spcFirstLastPara="1" wrap="square" lIns="91425" tIns="91425" rIns="91425" bIns="91425" anchor="ctr" anchorCtr="0">
            <a:noAutofit/>
          </a:bodyPr>
          <a:lstStyle>
            <a:lvl1pPr lvl="0" algn="l" rtl="0">
              <a:spcBef>
                <a:spcPts val="0"/>
              </a:spcBef>
              <a:spcAft>
                <a:spcPts val="0"/>
              </a:spcAft>
              <a:buSzPts val="5300"/>
              <a:buNone/>
              <a:defRPr sz="42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r>
              <a:t>xx%</a:t>
            </a:r>
          </a:p>
        </p:txBody>
      </p:sp>
      <p:sp>
        <p:nvSpPr>
          <p:cNvPr id="20" name="Google Shape;20;p3"/>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850"/>
              <a:buNone/>
              <a:defRPr sz="1550"/>
            </a:lvl1pPr>
            <a:lvl2pPr lvl="1" algn="r" rtl="0">
              <a:lnSpc>
                <a:spcPct val="115000"/>
              </a:lnSpc>
              <a:spcBef>
                <a:spcPts val="0"/>
              </a:spcBef>
              <a:spcAft>
                <a:spcPts val="0"/>
              </a:spcAft>
              <a:buSzPts val="1850"/>
              <a:buNone/>
              <a:defRPr sz="1850"/>
            </a:lvl2pPr>
            <a:lvl3pPr lvl="2" algn="r" rtl="0">
              <a:lnSpc>
                <a:spcPct val="115000"/>
              </a:lnSpc>
              <a:spcBef>
                <a:spcPts val="0"/>
              </a:spcBef>
              <a:spcAft>
                <a:spcPts val="0"/>
              </a:spcAft>
              <a:buSzPts val="1850"/>
              <a:buNone/>
              <a:defRPr sz="1850"/>
            </a:lvl3pPr>
            <a:lvl4pPr lvl="3" algn="r" rtl="0">
              <a:lnSpc>
                <a:spcPct val="115000"/>
              </a:lnSpc>
              <a:spcBef>
                <a:spcPts val="0"/>
              </a:spcBef>
              <a:spcAft>
                <a:spcPts val="0"/>
              </a:spcAft>
              <a:buSzPts val="1850"/>
              <a:buNone/>
              <a:defRPr sz="1850"/>
            </a:lvl4pPr>
            <a:lvl5pPr lvl="4" algn="r" rtl="0">
              <a:lnSpc>
                <a:spcPct val="115000"/>
              </a:lnSpc>
              <a:spcBef>
                <a:spcPts val="0"/>
              </a:spcBef>
              <a:spcAft>
                <a:spcPts val="0"/>
              </a:spcAft>
              <a:buSzPts val="1850"/>
              <a:buNone/>
              <a:defRPr sz="1850"/>
            </a:lvl5pPr>
            <a:lvl6pPr lvl="5" algn="r" rtl="0">
              <a:lnSpc>
                <a:spcPct val="115000"/>
              </a:lnSpc>
              <a:spcBef>
                <a:spcPts val="0"/>
              </a:spcBef>
              <a:spcAft>
                <a:spcPts val="0"/>
              </a:spcAft>
              <a:buSzPts val="1850"/>
              <a:buNone/>
              <a:defRPr sz="1850"/>
            </a:lvl6pPr>
            <a:lvl7pPr lvl="6" algn="r" rtl="0">
              <a:lnSpc>
                <a:spcPct val="115000"/>
              </a:lnSpc>
              <a:spcBef>
                <a:spcPts val="0"/>
              </a:spcBef>
              <a:spcAft>
                <a:spcPts val="0"/>
              </a:spcAft>
              <a:buSzPts val="1850"/>
              <a:buNone/>
              <a:defRPr sz="1850"/>
            </a:lvl7pPr>
            <a:lvl8pPr lvl="7" algn="r" rtl="0">
              <a:lnSpc>
                <a:spcPct val="115000"/>
              </a:lnSpc>
              <a:spcBef>
                <a:spcPts val="0"/>
              </a:spcBef>
              <a:spcAft>
                <a:spcPts val="0"/>
              </a:spcAft>
              <a:buSzPts val="1850"/>
              <a:buNone/>
              <a:defRPr sz="1850"/>
            </a:lvl8pPr>
            <a:lvl9pPr lvl="8" algn="r" rtl="0">
              <a:lnSpc>
                <a:spcPct val="115000"/>
              </a:lnSpc>
              <a:spcBef>
                <a:spcPts val="0"/>
              </a:spcBef>
              <a:spcAft>
                <a:spcPts val="0"/>
              </a:spcAft>
              <a:buSzPts val="1850"/>
              <a:buNone/>
              <a:defRPr sz="1850"/>
            </a:lvl9pPr>
          </a:lstStyle>
          <a:p>
            <a:endParaRPr/>
          </a:p>
        </p:txBody>
      </p:sp>
      <p:sp>
        <p:nvSpPr>
          <p:cNvPr id="21" name="Google Shape;21;p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 name="Google Shape;22;p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sp>
        <p:nvSpPr>
          <p:cNvPr id="23" name="Google Shape;23;p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6" name="Google Shape;26;p4"/>
          <p:cNvSpPr txBox="1">
            <a:spLocks noGrp="1"/>
          </p:cNvSpPr>
          <p:nvPr>
            <p:ph type="subTitle" idx="1"/>
          </p:nvPr>
        </p:nvSpPr>
        <p:spPr>
          <a:xfrm>
            <a:off x="713250" y="1217050"/>
            <a:ext cx="77175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 name="Google Shape;27;p4"/>
          <p:cNvSpPr/>
          <p:nvPr/>
        </p:nvSpPr>
        <p:spPr>
          <a:xfrm flipH="1">
            <a:off x="0" y="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 name="Google Shape;28;p4"/>
          <p:cNvGrpSpPr/>
          <p:nvPr/>
        </p:nvGrpSpPr>
        <p:grpSpPr>
          <a:xfrm>
            <a:off x="150" y="0"/>
            <a:ext cx="8860050" cy="4876025"/>
            <a:chOff x="150" y="0"/>
            <a:chExt cx="8860050" cy="4876025"/>
          </a:xfrm>
        </p:grpSpPr>
        <p:cxnSp>
          <p:nvCxnSpPr>
            <p:cNvPr id="29" name="Google Shape;29;p4"/>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30" name="Google Shape;30;p4"/>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
        <p:nvSpPr>
          <p:cNvPr id="31" name="Google Shape;31;p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4" name="Google Shape;34;p5"/>
          <p:cNvSpPr txBox="1">
            <a:spLocks noGrp="1"/>
          </p:cNvSpPr>
          <p:nvPr>
            <p:ph type="subTitle" idx="1"/>
          </p:nvPr>
        </p:nvSpPr>
        <p:spPr>
          <a:xfrm>
            <a:off x="2954672" y="2027976"/>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5" name="Google Shape;35;p5"/>
          <p:cNvSpPr txBox="1">
            <a:spLocks noGrp="1"/>
          </p:cNvSpPr>
          <p:nvPr>
            <p:ph type="subTitle" idx="2"/>
          </p:nvPr>
        </p:nvSpPr>
        <p:spPr>
          <a:xfrm>
            <a:off x="2954672" y="1519425"/>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6" name="Google Shape;36;p5"/>
          <p:cNvSpPr txBox="1">
            <a:spLocks noGrp="1"/>
          </p:cNvSpPr>
          <p:nvPr>
            <p:ph type="subTitle" idx="3"/>
          </p:nvPr>
        </p:nvSpPr>
        <p:spPr>
          <a:xfrm>
            <a:off x="2954649" y="3619500"/>
            <a:ext cx="43122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37" name="Google Shape;37;p5"/>
          <p:cNvSpPr txBox="1">
            <a:spLocks noGrp="1"/>
          </p:cNvSpPr>
          <p:nvPr>
            <p:ph type="subTitle" idx="4"/>
          </p:nvPr>
        </p:nvSpPr>
        <p:spPr>
          <a:xfrm>
            <a:off x="2954649" y="3110949"/>
            <a:ext cx="43122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8" name="Google Shape;38;p5"/>
          <p:cNvSpPr/>
          <p:nvPr/>
        </p:nvSpPr>
        <p:spPr>
          <a:xfrm flipH="1">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9" name="Google Shape;39;p5"/>
          <p:cNvCxnSpPr/>
          <p:nvPr/>
        </p:nvCxnSpPr>
        <p:spPr>
          <a:xfrm rot="10800000">
            <a:off x="8864825" y="0"/>
            <a:ext cx="0" cy="4131000"/>
          </a:xfrm>
          <a:prstGeom prst="straightConnector1">
            <a:avLst/>
          </a:prstGeom>
          <a:noFill/>
          <a:ln w="9525" cap="flat" cmpd="sng">
            <a:solidFill>
              <a:schemeClr val="dk1"/>
            </a:solidFill>
            <a:prstDash val="solid"/>
            <a:round/>
            <a:headEnd type="none" w="med" len="med"/>
            <a:tailEnd type="none" w="med" len="med"/>
          </a:ln>
        </p:spPr>
      </p:cxnSp>
      <p:sp>
        <p:nvSpPr>
          <p:cNvPr id="40" name="Google Shape;40;p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3" name="Google Shape;43;p6"/>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 name="Google Shape;44;p6"/>
          <p:cNvGrpSpPr/>
          <p:nvPr/>
        </p:nvGrpSpPr>
        <p:grpSpPr>
          <a:xfrm>
            <a:off x="141900" y="-26"/>
            <a:ext cx="9002025" cy="4876051"/>
            <a:chOff x="141900" y="-26"/>
            <a:chExt cx="9002025" cy="4876051"/>
          </a:xfrm>
        </p:grpSpPr>
        <p:cxnSp>
          <p:nvCxnSpPr>
            <p:cNvPr id="45" name="Google Shape;45;p6"/>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46" name="Google Shape;46;p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
        <p:nvSpPr>
          <p:cNvPr id="47" name="Google Shape;47;p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8"/>
        <p:cNvGrpSpPr/>
        <p:nvPr/>
      </p:nvGrpSpPr>
      <p:grpSpPr>
        <a:xfrm>
          <a:off x="0" y="0"/>
          <a:ext cx="0" cy="0"/>
          <a:chOff x="0" y="0"/>
          <a:chExt cx="0" cy="0"/>
        </a:xfrm>
      </p:grpSpPr>
      <p:sp>
        <p:nvSpPr>
          <p:cNvPr id="49" name="Google Shape;49;p7"/>
          <p:cNvSpPr txBox="1">
            <a:spLocks noGrp="1"/>
          </p:cNvSpPr>
          <p:nvPr>
            <p:ph type="title"/>
          </p:nvPr>
        </p:nvSpPr>
        <p:spPr>
          <a:xfrm>
            <a:off x="713225" y="1139000"/>
            <a:ext cx="2789700" cy="1616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lnSpc>
                <a:spcPct val="90000"/>
              </a:lnSpc>
              <a:spcBef>
                <a:spcPts val="0"/>
              </a:spcBef>
              <a:spcAft>
                <a:spcPts val="0"/>
              </a:spcAft>
              <a:buSzPts val="3100"/>
              <a:buNone/>
              <a:defRPr/>
            </a:lvl2pPr>
            <a:lvl3pPr lvl="2" rtl="0">
              <a:lnSpc>
                <a:spcPct val="90000"/>
              </a:lnSpc>
              <a:spcBef>
                <a:spcPts val="0"/>
              </a:spcBef>
              <a:spcAft>
                <a:spcPts val="0"/>
              </a:spcAft>
              <a:buSzPts val="3100"/>
              <a:buNone/>
              <a:defRPr/>
            </a:lvl3pPr>
            <a:lvl4pPr lvl="3" rtl="0">
              <a:lnSpc>
                <a:spcPct val="90000"/>
              </a:lnSpc>
              <a:spcBef>
                <a:spcPts val="0"/>
              </a:spcBef>
              <a:spcAft>
                <a:spcPts val="0"/>
              </a:spcAft>
              <a:buSzPts val="3100"/>
              <a:buNone/>
              <a:defRPr/>
            </a:lvl4pPr>
            <a:lvl5pPr lvl="4" rtl="0">
              <a:lnSpc>
                <a:spcPct val="90000"/>
              </a:lnSpc>
              <a:spcBef>
                <a:spcPts val="0"/>
              </a:spcBef>
              <a:spcAft>
                <a:spcPts val="0"/>
              </a:spcAft>
              <a:buSzPts val="3100"/>
              <a:buNone/>
              <a:defRPr/>
            </a:lvl5pPr>
            <a:lvl6pPr lvl="5" rtl="0">
              <a:lnSpc>
                <a:spcPct val="90000"/>
              </a:lnSpc>
              <a:spcBef>
                <a:spcPts val="0"/>
              </a:spcBef>
              <a:spcAft>
                <a:spcPts val="0"/>
              </a:spcAft>
              <a:buSzPts val="3100"/>
              <a:buNone/>
              <a:defRPr/>
            </a:lvl6pPr>
            <a:lvl7pPr lvl="6" rtl="0">
              <a:lnSpc>
                <a:spcPct val="90000"/>
              </a:lnSpc>
              <a:spcBef>
                <a:spcPts val="0"/>
              </a:spcBef>
              <a:spcAft>
                <a:spcPts val="0"/>
              </a:spcAft>
              <a:buSzPts val="3100"/>
              <a:buNone/>
              <a:defRPr/>
            </a:lvl7pPr>
            <a:lvl8pPr lvl="7" rtl="0">
              <a:lnSpc>
                <a:spcPct val="90000"/>
              </a:lnSpc>
              <a:spcBef>
                <a:spcPts val="0"/>
              </a:spcBef>
              <a:spcAft>
                <a:spcPts val="0"/>
              </a:spcAft>
              <a:buSzPts val="3100"/>
              <a:buNone/>
              <a:defRPr/>
            </a:lvl8pPr>
            <a:lvl9pPr lvl="8" rtl="0">
              <a:lnSpc>
                <a:spcPct val="90000"/>
              </a:lnSpc>
              <a:spcBef>
                <a:spcPts val="0"/>
              </a:spcBef>
              <a:spcAft>
                <a:spcPts val="0"/>
              </a:spcAft>
              <a:buSzPts val="3100"/>
              <a:buNone/>
              <a:defRPr/>
            </a:lvl9pPr>
          </a:lstStyle>
          <a:p>
            <a:endParaRPr/>
          </a:p>
        </p:txBody>
      </p:sp>
      <p:sp>
        <p:nvSpPr>
          <p:cNvPr id="50" name="Google Shape;50;p7"/>
          <p:cNvSpPr txBox="1">
            <a:spLocks noGrp="1"/>
          </p:cNvSpPr>
          <p:nvPr>
            <p:ph type="subTitle" idx="1"/>
          </p:nvPr>
        </p:nvSpPr>
        <p:spPr>
          <a:xfrm>
            <a:off x="713225" y="2810700"/>
            <a:ext cx="2789700" cy="114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51" name="Google Shape;51;p7"/>
          <p:cNvSpPr>
            <a:spLocks noGrp="1"/>
          </p:cNvSpPr>
          <p:nvPr>
            <p:ph type="pic" idx="2"/>
          </p:nvPr>
        </p:nvSpPr>
        <p:spPr>
          <a:xfrm>
            <a:off x="4572000" y="0"/>
            <a:ext cx="4572000" cy="5143500"/>
          </a:xfrm>
          <a:prstGeom prst="rect">
            <a:avLst/>
          </a:prstGeom>
          <a:noFill/>
          <a:ln>
            <a:noFill/>
          </a:ln>
        </p:spPr>
      </p:sp>
      <p:sp>
        <p:nvSpPr>
          <p:cNvPr id="52" name="Google Shape;52;p7"/>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 name="Google Shape;53;p7"/>
          <p:cNvGrpSpPr/>
          <p:nvPr/>
        </p:nvGrpSpPr>
        <p:grpSpPr>
          <a:xfrm>
            <a:off x="0" y="-300"/>
            <a:ext cx="3812275" cy="4608875"/>
            <a:chOff x="0" y="-300"/>
            <a:chExt cx="3812275" cy="4608875"/>
          </a:xfrm>
        </p:grpSpPr>
        <p:cxnSp>
          <p:nvCxnSpPr>
            <p:cNvPr id="54" name="Google Shape;54;p7"/>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55" name="Google Shape;55;p7"/>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
        <p:nvSpPr>
          <p:cNvPr id="56" name="Google Shape;56;p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7"/>
        <p:cNvGrpSpPr/>
        <p:nvPr/>
      </p:nvGrpSpPr>
      <p:grpSpPr>
        <a:xfrm>
          <a:off x="0" y="0"/>
          <a:ext cx="0" cy="0"/>
          <a:chOff x="0" y="0"/>
          <a:chExt cx="0" cy="0"/>
        </a:xfrm>
      </p:grpSpPr>
      <p:sp>
        <p:nvSpPr>
          <p:cNvPr id="58" name="Google Shape;58;p8"/>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a:endParaRPr/>
          </a:p>
        </p:txBody>
      </p:sp>
      <p:sp>
        <p:nvSpPr>
          <p:cNvPr id="59" name="Google Shape;59;p8"/>
          <p:cNvSpPr/>
          <p:nvPr/>
        </p:nvSpPr>
        <p:spPr>
          <a:xfrm flipH="1">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8"/>
          <p:cNvGrpSpPr/>
          <p:nvPr/>
        </p:nvGrpSpPr>
        <p:grpSpPr>
          <a:xfrm flipH="1">
            <a:off x="-55200" y="539500"/>
            <a:ext cx="9199200" cy="4604000"/>
            <a:chOff x="-55375" y="539500"/>
            <a:chExt cx="9199200" cy="4604000"/>
          </a:xfrm>
        </p:grpSpPr>
        <p:cxnSp>
          <p:nvCxnSpPr>
            <p:cNvPr id="61" name="Google Shape;61;p8"/>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62" name="Google Shape;62;p8"/>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63" name="Google Shape;63;p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
        <p:nvSpPr>
          <p:cNvPr id="64" name="Google Shape;64;p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5"/>
        <p:cNvGrpSpPr/>
        <p:nvPr/>
      </p:nvGrpSpPr>
      <p:grpSpPr>
        <a:xfrm>
          <a:off x="0" y="0"/>
          <a:ext cx="0" cy="0"/>
          <a:chOff x="0" y="0"/>
          <a:chExt cx="0" cy="0"/>
        </a:xfrm>
      </p:grpSpPr>
      <p:sp>
        <p:nvSpPr>
          <p:cNvPr id="66" name="Google Shape;66;p9"/>
          <p:cNvSpPr txBox="1">
            <a:spLocks noGrp="1"/>
          </p:cNvSpPr>
          <p:nvPr>
            <p:ph type="title"/>
          </p:nvPr>
        </p:nvSpPr>
        <p:spPr>
          <a:xfrm>
            <a:off x="2143050" y="1461775"/>
            <a:ext cx="4857900" cy="8004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a:endParaRPr/>
          </a:p>
        </p:txBody>
      </p:sp>
      <p:sp>
        <p:nvSpPr>
          <p:cNvPr id="67" name="Google Shape;67;p9"/>
          <p:cNvSpPr txBox="1">
            <a:spLocks noGrp="1"/>
          </p:cNvSpPr>
          <p:nvPr>
            <p:ph type="subTitle" idx="1"/>
          </p:nvPr>
        </p:nvSpPr>
        <p:spPr>
          <a:xfrm>
            <a:off x="2143050" y="2360663"/>
            <a:ext cx="4857900" cy="12465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68" name="Google Shape;68;p9"/>
          <p:cNvSpPr/>
          <p:nvPr/>
        </p:nvSpPr>
        <p:spPr>
          <a:xfrm>
            <a:off x="75" y="4426700"/>
            <a:ext cx="91440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 name="Google Shape;69;p9"/>
          <p:cNvGrpSpPr/>
          <p:nvPr/>
        </p:nvGrpSpPr>
        <p:grpSpPr>
          <a:xfrm>
            <a:off x="712700" y="539500"/>
            <a:ext cx="8431300" cy="4604000"/>
            <a:chOff x="712700" y="539500"/>
            <a:chExt cx="8431300" cy="4604000"/>
          </a:xfrm>
        </p:grpSpPr>
        <p:cxnSp>
          <p:nvCxnSpPr>
            <p:cNvPr id="70" name="Google Shape;70;p9"/>
            <p:cNvCxnSpPr/>
            <p:nvPr/>
          </p:nvCxnSpPr>
          <p:spPr>
            <a:xfrm>
              <a:off x="4572000" y="539500"/>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71" name="Google Shape;71;p9"/>
            <p:cNvCxnSpPr/>
            <p:nvPr/>
          </p:nvCxnSpPr>
          <p:spPr>
            <a:xfrm rot="10800000">
              <a:off x="712700" y="1685400"/>
              <a:ext cx="0" cy="3458100"/>
            </a:xfrm>
            <a:prstGeom prst="straightConnector1">
              <a:avLst/>
            </a:prstGeom>
            <a:noFill/>
            <a:ln w="9525" cap="flat" cmpd="sng">
              <a:solidFill>
                <a:schemeClr val="dk1"/>
              </a:solidFill>
              <a:prstDash val="solid"/>
              <a:round/>
              <a:headEnd type="none" w="med" len="med"/>
              <a:tailEnd type="none" w="med" len="med"/>
            </a:ln>
          </p:spPr>
        </p:cxnSp>
      </p:grpSp>
      <p:sp>
        <p:nvSpPr>
          <p:cNvPr id="72" name="Google Shape;72;p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3"/>
        <p:cNvGrpSpPr/>
        <p:nvPr/>
      </p:nvGrpSpPr>
      <p:grpSpPr>
        <a:xfrm>
          <a:off x="0" y="0"/>
          <a:ext cx="0" cy="0"/>
          <a:chOff x="0" y="0"/>
          <a:chExt cx="0" cy="0"/>
        </a:xfrm>
      </p:grpSpPr>
      <p:sp>
        <p:nvSpPr>
          <p:cNvPr id="74" name="Google Shape;74;p10"/>
          <p:cNvSpPr>
            <a:spLocks noGrp="1"/>
          </p:cNvSpPr>
          <p:nvPr>
            <p:ph type="pic" idx="2"/>
          </p:nvPr>
        </p:nvSpPr>
        <p:spPr>
          <a:xfrm>
            <a:off x="0" y="0"/>
            <a:ext cx="9144000" cy="5143500"/>
          </a:xfrm>
          <a:prstGeom prst="rect">
            <a:avLst/>
          </a:prstGeom>
          <a:noFill/>
          <a:ln>
            <a:noFill/>
          </a:ln>
        </p:spPr>
      </p:sp>
      <p:sp>
        <p:nvSpPr>
          <p:cNvPr id="75" name="Google Shape;75;p10"/>
          <p:cNvSpPr txBox="1">
            <a:spLocks noGrp="1"/>
          </p:cNvSpPr>
          <p:nvPr>
            <p:ph type="title"/>
          </p:nvPr>
        </p:nvSpPr>
        <p:spPr>
          <a:xfrm>
            <a:off x="713225" y="3946875"/>
            <a:ext cx="7717500" cy="6618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algn="l" rtl="0">
              <a:spcBef>
                <a:spcPts val="0"/>
              </a:spcBef>
              <a:spcAft>
                <a:spcPts val="0"/>
              </a:spcAft>
              <a:buSzPts val="3100"/>
              <a:buNone/>
              <a:defRPr/>
            </a:lvl2pPr>
            <a:lvl3pPr lvl="2" algn="l" rtl="0">
              <a:spcBef>
                <a:spcPts val="0"/>
              </a:spcBef>
              <a:spcAft>
                <a:spcPts val="0"/>
              </a:spcAft>
              <a:buSzPts val="3100"/>
              <a:buNone/>
              <a:defRPr/>
            </a:lvl3pPr>
            <a:lvl4pPr lvl="3" algn="l" rtl="0">
              <a:spcBef>
                <a:spcPts val="0"/>
              </a:spcBef>
              <a:spcAft>
                <a:spcPts val="0"/>
              </a:spcAft>
              <a:buSzPts val="3100"/>
              <a:buNone/>
              <a:defRPr/>
            </a:lvl4pPr>
            <a:lvl5pPr lvl="4" algn="l" rtl="0">
              <a:spcBef>
                <a:spcPts val="0"/>
              </a:spcBef>
              <a:spcAft>
                <a:spcPts val="0"/>
              </a:spcAft>
              <a:buSzPts val="3100"/>
              <a:buNone/>
              <a:defRPr/>
            </a:lvl5pPr>
            <a:lvl6pPr lvl="5" algn="l" rtl="0">
              <a:spcBef>
                <a:spcPts val="0"/>
              </a:spcBef>
              <a:spcAft>
                <a:spcPts val="0"/>
              </a:spcAft>
              <a:buSzPts val="3100"/>
              <a:buNone/>
              <a:defRPr/>
            </a:lvl6pPr>
            <a:lvl7pPr lvl="6" algn="l" rtl="0">
              <a:spcBef>
                <a:spcPts val="0"/>
              </a:spcBef>
              <a:spcAft>
                <a:spcPts val="0"/>
              </a:spcAft>
              <a:buSzPts val="3100"/>
              <a:buNone/>
              <a:defRPr/>
            </a:lvl7pPr>
            <a:lvl8pPr lvl="7" algn="l" rtl="0">
              <a:spcBef>
                <a:spcPts val="0"/>
              </a:spcBef>
              <a:spcAft>
                <a:spcPts val="0"/>
              </a:spcAft>
              <a:buSzPts val="3100"/>
              <a:buNone/>
              <a:defRPr/>
            </a:lvl8pPr>
            <a:lvl9pPr lvl="8" algn="l" rtl="0">
              <a:spcBef>
                <a:spcPts val="0"/>
              </a:spcBef>
              <a:spcAft>
                <a:spcPts val="0"/>
              </a:spcAft>
              <a:buSzPts val="3100"/>
              <a:buNone/>
              <a:defRPr/>
            </a:lvl9pPr>
          </a:lstStyle>
          <a:p>
            <a:endParaRPr/>
          </a:p>
        </p:txBody>
      </p:sp>
      <p:sp>
        <p:nvSpPr>
          <p:cNvPr id="76" name="Google Shape;76;p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7"/>
        <p:cNvGrpSpPr/>
        <p:nvPr/>
      </p:nvGrpSpPr>
      <p:grpSpPr>
        <a:xfrm>
          <a:off x="0" y="0"/>
          <a:ext cx="0" cy="0"/>
          <a:chOff x="0" y="0"/>
          <a:chExt cx="0" cy="0"/>
        </a:xfrm>
      </p:grpSpPr>
      <p:sp>
        <p:nvSpPr>
          <p:cNvPr id="78" name="Google Shape;78;p11"/>
          <p:cNvSpPr txBox="1">
            <a:spLocks noGrp="1"/>
          </p:cNvSpPr>
          <p:nvPr>
            <p:ph type="title" hasCustomPrompt="1"/>
          </p:nvPr>
        </p:nvSpPr>
        <p:spPr>
          <a:xfrm>
            <a:off x="1604400" y="1600075"/>
            <a:ext cx="5935200" cy="13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79" name="Google Shape;79;p11"/>
          <p:cNvSpPr txBox="1">
            <a:spLocks noGrp="1"/>
          </p:cNvSpPr>
          <p:nvPr>
            <p:ph type="subTitle" idx="1"/>
          </p:nvPr>
        </p:nvSpPr>
        <p:spPr>
          <a:xfrm>
            <a:off x="1604400" y="2923675"/>
            <a:ext cx="5935200" cy="4233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sp>
        <p:nvSpPr>
          <p:cNvPr id="80" name="Google Shape;80;p11"/>
          <p:cNvSpPr/>
          <p:nvPr/>
        </p:nvSpPr>
        <p:spPr>
          <a:xfrm rot="10800000">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1" name="Google Shape;81;p11"/>
          <p:cNvGrpSpPr/>
          <p:nvPr/>
        </p:nvGrpSpPr>
        <p:grpSpPr>
          <a:xfrm rot="10800000">
            <a:off x="-55325" y="0"/>
            <a:ext cx="9199325" cy="4604000"/>
            <a:chOff x="-55375" y="539500"/>
            <a:chExt cx="9199325" cy="4604000"/>
          </a:xfrm>
        </p:grpSpPr>
        <p:cxnSp>
          <p:nvCxnSpPr>
            <p:cNvPr id="82" name="Google Shape;82;p11"/>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83" name="Google Shape;83;p11"/>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84" name="Google Shape;84;p11"/>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
        <p:nvSpPr>
          <p:cNvPr id="85" name="Google Shape;85;p1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86"/>
        <p:cNvGrpSpPr/>
        <p:nvPr/>
      </p:nvGrpSpPr>
      <p:grpSpPr>
        <a:xfrm>
          <a:off x="0" y="0"/>
          <a:ext cx="0" cy="0"/>
          <a:chOff x="0" y="0"/>
          <a:chExt cx="0" cy="0"/>
        </a:xfrm>
      </p:grpSpPr>
      <p:sp>
        <p:nvSpPr>
          <p:cNvPr id="87" name="Google Shape;87;p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88"/>
        <p:cNvGrpSpPr/>
        <p:nvPr/>
      </p:nvGrpSpPr>
      <p:grpSpPr>
        <a:xfrm>
          <a:off x="0" y="0"/>
          <a:ext cx="0" cy="0"/>
          <a:chOff x="0" y="0"/>
          <a:chExt cx="0" cy="0"/>
        </a:xfrm>
      </p:grpSpPr>
      <p:sp>
        <p:nvSpPr>
          <p:cNvPr id="89" name="Google Shape;89;p1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90" name="Google Shape;90;p13"/>
          <p:cNvSpPr txBox="1">
            <a:spLocks noGrp="1"/>
          </p:cNvSpPr>
          <p:nvPr>
            <p:ph type="subTitle" idx="1"/>
          </p:nvPr>
        </p:nvSpPr>
        <p:spPr>
          <a:xfrm>
            <a:off x="1936100" y="2129352"/>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1" name="Google Shape;91;p13"/>
          <p:cNvSpPr txBox="1">
            <a:spLocks noGrp="1"/>
          </p:cNvSpPr>
          <p:nvPr>
            <p:ph type="subTitle" idx="2"/>
          </p:nvPr>
        </p:nvSpPr>
        <p:spPr>
          <a:xfrm>
            <a:off x="1936100" y="1370275"/>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92" name="Google Shape;92;p13"/>
          <p:cNvSpPr txBox="1">
            <a:spLocks noGrp="1"/>
          </p:cNvSpPr>
          <p:nvPr>
            <p:ph type="title" idx="3" hasCustomPrompt="1"/>
          </p:nvPr>
        </p:nvSpPr>
        <p:spPr>
          <a:xfrm>
            <a:off x="993600" y="1483400"/>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93" name="Google Shape;93;p13"/>
          <p:cNvSpPr txBox="1">
            <a:spLocks noGrp="1"/>
          </p:cNvSpPr>
          <p:nvPr>
            <p:ph type="subTitle" idx="4"/>
          </p:nvPr>
        </p:nvSpPr>
        <p:spPr>
          <a:xfrm>
            <a:off x="1936100" y="3827175"/>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4" name="Google Shape;94;p13"/>
          <p:cNvSpPr txBox="1">
            <a:spLocks noGrp="1"/>
          </p:cNvSpPr>
          <p:nvPr>
            <p:ph type="subTitle" idx="5"/>
          </p:nvPr>
        </p:nvSpPr>
        <p:spPr>
          <a:xfrm>
            <a:off x="1936100" y="3068200"/>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95" name="Google Shape;95;p13"/>
          <p:cNvSpPr txBox="1">
            <a:spLocks noGrp="1"/>
          </p:cNvSpPr>
          <p:nvPr>
            <p:ph type="title" idx="6" hasCustomPrompt="1"/>
          </p:nvPr>
        </p:nvSpPr>
        <p:spPr>
          <a:xfrm>
            <a:off x="993600" y="3179712"/>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96" name="Google Shape;96;p13"/>
          <p:cNvSpPr txBox="1">
            <a:spLocks noGrp="1"/>
          </p:cNvSpPr>
          <p:nvPr>
            <p:ph type="subTitle" idx="7"/>
          </p:nvPr>
        </p:nvSpPr>
        <p:spPr>
          <a:xfrm>
            <a:off x="5969570" y="2129352"/>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8"/>
          </p:nvPr>
        </p:nvSpPr>
        <p:spPr>
          <a:xfrm>
            <a:off x="5969570" y="1370275"/>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98" name="Google Shape;98;p13"/>
          <p:cNvSpPr txBox="1">
            <a:spLocks noGrp="1"/>
          </p:cNvSpPr>
          <p:nvPr>
            <p:ph type="title" idx="9" hasCustomPrompt="1"/>
          </p:nvPr>
        </p:nvSpPr>
        <p:spPr>
          <a:xfrm>
            <a:off x="5033780" y="1483400"/>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sp>
        <p:nvSpPr>
          <p:cNvPr id="99" name="Google Shape;99;p13"/>
          <p:cNvSpPr txBox="1">
            <a:spLocks noGrp="1"/>
          </p:cNvSpPr>
          <p:nvPr>
            <p:ph type="subTitle" idx="13"/>
          </p:nvPr>
        </p:nvSpPr>
        <p:spPr>
          <a:xfrm>
            <a:off x="5969570" y="3827175"/>
            <a:ext cx="2288700" cy="6480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00" name="Google Shape;100;p13"/>
          <p:cNvSpPr txBox="1">
            <a:spLocks noGrp="1"/>
          </p:cNvSpPr>
          <p:nvPr>
            <p:ph type="subTitle" idx="14"/>
          </p:nvPr>
        </p:nvSpPr>
        <p:spPr>
          <a:xfrm>
            <a:off x="5969570" y="3068200"/>
            <a:ext cx="2288700" cy="803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01" name="Google Shape;101;p13"/>
          <p:cNvSpPr txBox="1">
            <a:spLocks noGrp="1"/>
          </p:cNvSpPr>
          <p:nvPr>
            <p:ph type="title" idx="15" hasCustomPrompt="1"/>
          </p:nvPr>
        </p:nvSpPr>
        <p:spPr>
          <a:xfrm>
            <a:off x="5033780" y="3179712"/>
            <a:ext cx="876300" cy="11529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600"/>
              <a:buNone/>
              <a:defRPr sz="3400"/>
            </a:lvl1pPr>
            <a:lvl2pPr lvl="1" algn="ctr" rtl="0">
              <a:spcBef>
                <a:spcPts val="0"/>
              </a:spcBef>
              <a:spcAft>
                <a:spcPts val="0"/>
              </a:spcAft>
              <a:buSzPts val="4600"/>
              <a:buNone/>
              <a:defRPr sz="4600"/>
            </a:lvl2pPr>
            <a:lvl3pPr lvl="2" algn="ctr" rtl="0">
              <a:spcBef>
                <a:spcPts val="0"/>
              </a:spcBef>
              <a:spcAft>
                <a:spcPts val="0"/>
              </a:spcAft>
              <a:buSzPts val="4600"/>
              <a:buNone/>
              <a:defRPr sz="4600"/>
            </a:lvl3pPr>
            <a:lvl4pPr lvl="3" algn="ctr" rtl="0">
              <a:spcBef>
                <a:spcPts val="0"/>
              </a:spcBef>
              <a:spcAft>
                <a:spcPts val="0"/>
              </a:spcAft>
              <a:buSzPts val="4600"/>
              <a:buNone/>
              <a:defRPr sz="4600"/>
            </a:lvl4pPr>
            <a:lvl5pPr lvl="4" algn="ctr" rtl="0">
              <a:spcBef>
                <a:spcPts val="0"/>
              </a:spcBef>
              <a:spcAft>
                <a:spcPts val="0"/>
              </a:spcAft>
              <a:buSzPts val="4600"/>
              <a:buNone/>
              <a:defRPr sz="4600"/>
            </a:lvl5pPr>
            <a:lvl6pPr lvl="5" algn="ctr" rtl="0">
              <a:spcBef>
                <a:spcPts val="0"/>
              </a:spcBef>
              <a:spcAft>
                <a:spcPts val="0"/>
              </a:spcAft>
              <a:buSzPts val="4600"/>
              <a:buNone/>
              <a:defRPr sz="4600"/>
            </a:lvl6pPr>
            <a:lvl7pPr lvl="6" algn="ctr" rtl="0">
              <a:spcBef>
                <a:spcPts val="0"/>
              </a:spcBef>
              <a:spcAft>
                <a:spcPts val="0"/>
              </a:spcAft>
              <a:buSzPts val="4600"/>
              <a:buNone/>
              <a:defRPr sz="4600"/>
            </a:lvl7pPr>
            <a:lvl8pPr lvl="7" algn="ctr" rtl="0">
              <a:spcBef>
                <a:spcPts val="0"/>
              </a:spcBef>
              <a:spcAft>
                <a:spcPts val="0"/>
              </a:spcAft>
              <a:buSzPts val="4600"/>
              <a:buNone/>
              <a:defRPr sz="4600"/>
            </a:lvl8pPr>
            <a:lvl9pPr lvl="8" algn="ctr" rtl="0">
              <a:spcBef>
                <a:spcPts val="0"/>
              </a:spcBef>
              <a:spcAft>
                <a:spcPts val="0"/>
              </a:spcAft>
              <a:buSzPts val="4600"/>
              <a:buNone/>
              <a:defRPr sz="4600"/>
            </a:lvl9pPr>
          </a:lstStyle>
          <a:p>
            <a:r>
              <a:t>xx%</a:t>
            </a:r>
          </a:p>
        </p:txBody>
      </p:sp>
      <p:cxnSp>
        <p:nvCxnSpPr>
          <p:cNvPr id="102" name="Google Shape;102;p1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103" name="Google Shape;103;p1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104"/>
        <p:cNvGrpSpPr/>
        <p:nvPr/>
      </p:nvGrpSpPr>
      <p:grpSpPr>
        <a:xfrm>
          <a:off x="0" y="0"/>
          <a:ext cx="0" cy="0"/>
          <a:chOff x="0" y="0"/>
          <a:chExt cx="0" cy="0"/>
        </a:xfrm>
      </p:grpSpPr>
      <p:sp>
        <p:nvSpPr>
          <p:cNvPr id="105" name="Google Shape;105;p14"/>
          <p:cNvSpPr txBox="1">
            <a:spLocks noGrp="1"/>
          </p:cNvSpPr>
          <p:nvPr>
            <p:ph type="title"/>
          </p:nvPr>
        </p:nvSpPr>
        <p:spPr>
          <a:xfrm>
            <a:off x="783150" y="3920175"/>
            <a:ext cx="7577700" cy="554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400"/>
              <a:buNone/>
              <a:defRPr sz="27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106" name="Google Shape;106;p14"/>
          <p:cNvSpPr txBox="1">
            <a:spLocks noGrp="1"/>
          </p:cNvSpPr>
          <p:nvPr>
            <p:ph type="subTitle" idx="1"/>
          </p:nvPr>
        </p:nvSpPr>
        <p:spPr>
          <a:xfrm>
            <a:off x="783150" y="1931831"/>
            <a:ext cx="7577700" cy="1911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500"/>
              <a:buNone/>
              <a:defRPr sz="3100"/>
            </a:lvl1pPr>
            <a:lvl2pPr lvl="1" algn="ctr" rtl="0">
              <a:lnSpc>
                <a:spcPct val="115000"/>
              </a:lnSpc>
              <a:spcBef>
                <a:spcPts val="0"/>
              </a:spcBef>
              <a:spcAft>
                <a:spcPts val="0"/>
              </a:spcAft>
              <a:buSzPts val="3500"/>
              <a:buNone/>
              <a:defRPr sz="3500"/>
            </a:lvl2pPr>
            <a:lvl3pPr lvl="2" algn="ctr" rtl="0">
              <a:lnSpc>
                <a:spcPct val="115000"/>
              </a:lnSpc>
              <a:spcBef>
                <a:spcPts val="0"/>
              </a:spcBef>
              <a:spcAft>
                <a:spcPts val="0"/>
              </a:spcAft>
              <a:buSzPts val="3500"/>
              <a:buNone/>
              <a:defRPr sz="3500"/>
            </a:lvl3pPr>
            <a:lvl4pPr lvl="3" algn="ctr" rtl="0">
              <a:lnSpc>
                <a:spcPct val="115000"/>
              </a:lnSpc>
              <a:spcBef>
                <a:spcPts val="0"/>
              </a:spcBef>
              <a:spcAft>
                <a:spcPts val="0"/>
              </a:spcAft>
              <a:buSzPts val="3500"/>
              <a:buNone/>
              <a:defRPr sz="3500"/>
            </a:lvl4pPr>
            <a:lvl5pPr lvl="4" algn="ctr" rtl="0">
              <a:lnSpc>
                <a:spcPct val="115000"/>
              </a:lnSpc>
              <a:spcBef>
                <a:spcPts val="0"/>
              </a:spcBef>
              <a:spcAft>
                <a:spcPts val="0"/>
              </a:spcAft>
              <a:buSzPts val="3500"/>
              <a:buNone/>
              <a:defRPr sz="3500"/>
            </a:lvl5pPr>
            <a:lvl6pPr lvl="5" algn="ctr" rtl="0">
              <a:lnSpc>
                <a:spcPct val="115000"/>
              </a:lnSpc>
              <a:spcBef>
                <a:spcPts val="0"/>
              </a:spcBef>
              <a:spcAft>
                <a:spcPts val="0"/>
              </a:spcAft>
              <a:buSzPts val="3500"/>
              <a:buNone/>
              <a:defRPr sz="3500"/>
            </a:lvl6pPr>
            <a:lvl7pPr lvl="6" algn="ctr" rtl="0">
              <a:lnSpc>
                <a:spcPct val="115000"/>
              </a:lnSpc>
              <a:spcBef>
                <a:spcPts val="0"/>
              </a:spcBef>
              <a:spcAft>
                <a:spcPts val="0"/>
              </a:spcAft>
              <a:buSzPts val="3500"/>
              <a:buNone/>
              <a:defRPr sz="3500"/>
            </a:lvl7pPr>
            <a:lvl8pPr lvl="7" algn="ctr" rtl="0">
              <a:lnSpc>
                <a:spcPct val="115000"/>
              </a:lnSpc>
              <a:spcBef>
                <a:spcPts val="0"/>
              </a:spcBef>
              <a:spcAft>
                <a:spcPts val="0"/>
              </a:spcAft>
              <a:buSzPts val="3500"/>
              <a:buNone/>
              <a:defRPr sz="3500"/>
            </a:lvl8pPr>
            <a:lvl9pPr lvl="8" algn="ctr" rtl="0">
              <a:lnSpc>
                <a:spcPct val="115000"/>
              </a:lnSpc>
              <a:spcBef>
                <a:spcPts val="0"/>
              </a:spcBef>
              <a:spcAft>
                <a:spcPts val="0"/>
              </a:spcAft>
              <a:buSzPts val="3500"/>
              <a:buNone/>
              <a:defRPr sz="3500"/>
            </a:lvl9pPr>
          </a:lstStyle>
          <a:p>
            <a:endParaRPr/>
          </a:p>
        </p:txBody>
      </p:sp>
      <p:cxnSp>
        <p:nvCxnSpPr>
          <p:cNvPr id="107" name="Google Shape;107;p14"/>
          <p:cNvCxnSpPr/>
          <p:nvPr/>
        </p:nvCxnSpPr>
        <p:spPr>
          <a:xfrm rot="10800000">
            <a:off x="75" y="4876025"/>
            <a:ext cx="8257200" cy="0"/>
          </a:xfrm>
          <a:prstGeom prst="straightConnector1">
            <a:avLst/>
          </a:prstGeom>
          <a:noFill/>
          <a:ln w="9525" cap="flat" cmpd="sng">
            <a:solidFill>
              <a:schemeClr val="dk1"/>
            </a:solidFill>
            <a:prstDash val="solid"/>
            <a:round/>
            <a:headEnd type="none" w="med" len="med"/>
            <a:tailEnd type="none" w="med" len="med"/>
          </a:ln>
        </p:spPr>
      </p:cxnSp>
      <p:sp>
        <p:nvSpPr>
          <p:cNvPr id="108" name="Google Shape;108;p1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109"/>
        <p:cNvGrpSpPr/>
        <p:nvPr/>
      </p:nvGrpSpPr>
      <p:grpSpPr>
        <a:xfrm>
          <a:off x="0" y="0"/>
          <a:ext cx="0" cy="0"/>
          <a:chOff x="0" y="0"/>
          <a:chExt cx="0" cy="0"/>
        </a:xfrm>
      </p:grpSpPr>
      <p:sp>
        <p:nvSpPr>
          <p:cNvPr id="110" name="Google Shape;110;p15"/>
          <p:cNvSpPr txBox="1">
            <a:spLocks noGrp="1"/>
          </p:cNvSpPr>
          <p:nvPr>
            <p:ph type="title"/>
          </p:nvPr>
        </p:nvSpPr>
        <p:spPr>
          <a:xfrm flipH="1">
            <a:off x="4426725" y="2036300"/>
            <a:ext cx="3205200" cy="1477500"/>
          </a:xfrm>
          <a:prstGeom prst="rect">
            <a:avLst/>
          </a:prstGeom>
        </p:spPr>
        <p:txBody>
          <a:bodyPr spcFirstLastPara="1" wrap="square" lIns="91425" tIns="91425" rIns="91425" bIns="91425" anchor="t" anchorCtr="0">
            <a:noAutofit/>
          </a:bodyPr>
          <a:lstStyle>
            <a:lvl1pPr lvl="0" algn="r" rtl="0">
              <a:spcBef>
                <a:spcPts val="0"/>
              </a:spcBef>
              <a:spcAft>
                <a:spcPts val="0"/>
              </a:spcAft>
              <a:buSzPts val="4500"/>
              <a:buNone/>
              <a:defRPr sz="4200"/>
            </a:lvl1pPr>
            <a:lvl2pPr lvl="1" algn="r" rtl="0">
              <a:spcBef>
                <a:spcPts val="0"/>
              </a:spcBef>
              <a:spcAft>
                <a:spcPts val="0"/>
              </a:spcAft>
              <a:buSzPts val="4500"/>
              <a:buNone/>
              <a:defRPr sz="4500"/>
            </a:lvl2pPr>
            <a:lvl3pPr lvl="2" algn="r" rtl="0">
              <a:spcBef>
                <a:spcPts val="0"/>
              </a:spcBef>
              <a:spcAft>
                <a:spcPts val="0"/>
              </a:spcAft>
              <a:buSzPts val="4500"/>
              <a:buNone/>
              <a:defRPr sz="4500"/>
            </a:lvl3pPr>
            <a:lvl4pPr lvl="3" algn="r" rtl="0">
              <a:spcBef>
                <a:spcPts val="0"/>
              </a:spcBef>
              <a:spcAft>
                <a:spcPts val="0"/>
              </a:spcAft>
              <a:buSzPts val="4500"/>
              <a:buNone/>
              <a:defRPr sz="4500"/>
            </a:lvl4pPr>
            <a:lvl5pPr lvl="4" algn="r" rtl="0">
              <a:spcBef>
                <a:spcPts val="0"/>
              </a:spcBef>
              <a:spcAft>
                <a:spcPts val="0"/>
              </a:spcAft>
              <a:buSzPts val="4500"/>
              <a:buNone/>
              <a:defRPr sz="4500"/>
            </a:lvl5pPr>
            <a:lvl6pPr lvl="5" algn="r" rtl="0">
              <a:spcBef>
                <a:spcPts val="0"/>
              </a:spcBef>
              <a:spcAft>
                <a:spcPts val="0"/>
              </a:spcAft>
              <a:buSzPts val="4500"/>
              <a:buNone/>
              <a:defRPr sz="4500"/>
            </a:lvl6pPr>
            <a:lvl7pPr lvl="6" algn="r" rtl="0">
              <a:spcBef>
                <a:spcPts val="0"/>
              </a:spcBef>
              <a:spcAft>
                <a:spcPts val="0"/>
              </a:spcAft>
              <a:buSzPts val="4500"/>
              <a:buNone/>
              <a:defRPr sz="4500"/>
            </a:lvl7pPr>
            <a:lvl8pPr lvl="7" algn="r" rtl="0">
              <a:spcBef>
                <a:spcPts val="0"/>
              </a:spcBef>
              <a:spcAft>
                <a:spcPts val="0"/>
              </a:spcAft>
              <a:buSzPts val="4500"/>
              <a:buNone/>
              <a:defRPr sz="4500"/>
            </a:lvl8pPr>
            <a:lvl9pPr lvl="8" algn="r" rtl="0">
              <a:spcBef>
                <a:spcPts val="0"/>
              </a:spcBef>
              <a:spcAft>
                <a:spcPts val="0"/>
              </a:spcAft>
              <a:buSzPts val="4500"/>
              <a:buNone/>
              <a:defRPr sz="4500"/>
            </a:lvl9pPr>
          </a:lstStyle>
          <a:p>
            <a:endParaRPr/>
          </a:p>
        </p:txBody>
      </p:sp>
      <p:sp>
        <p:nvSpPr>
          <p:cNvPr id="111" name="Google Shape;111;p15"/>
          <p:cNvSpPr txBox="1">
            <a:spLocks noGrp="1"/>
          </p:cNvSpPr>
          <p:nvPr>
            <p:ph type="title" idx="2" hasCustomPrompt="1"/>
          </p:nvPr>
        </p:nvSpPr>
        <p:spPr>
          <a:xfrm flipH="1">
            <a:off x="6555825" y="1012500"/>
            <a:ext cx="1076100" cy="8700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5300"/>
              <a:buNone/>
              <a:defRPr sz="4200"/>
            </a:lvl1pPr>
            <a:lvl2pPr lvl="1" algn="ctr" rtl="0">
              <a:spcBef>
                <a:spcPts val="0"/>
              </a:spcBef>
              <a:spcAft>
                <a:spcPts val="0"/>
              </a:spcAft>
              <a:buSzPts val="5300"/>
              <a:buNone/>
              <a:defRPr sz="5300"/>
            </a:lvl2pPr>
            <a:lvl3pPr lvl="2" algn="ctr" rtl="0">
              <a:spcBef>
                <a:spcPts val="0"/>
              </a:spcBef>
              <a:spcAft>
                <a:spcPts val="0"/>
              </a:spcAft>
              <a:buSzPts val="5300"/>
              <a:buNone/>
              <a:defRPr sz="5300"/>
            </a:lvl3pPr>
            <a:lvl4pPr lvl="3" algn="ctr" rtl="0">
              <a:spcBef>
                <a:spcPts val="0"/>
              </a:spcBef>
              <a:spcAft>
                <a:spcPts val="0"/>
              </a:spcAft>
              <a:buSzPts val="5300"/>
              <a:buNone/>
              <a:defRPr sz="5300"/>
            </a:lvl4pPr>
            <a:lvl5pPr lvl="4" algn="ctr" rtl="0">
              <a:spcBef>
                <a:spcPts val="0"/>
              </a:spcBef>
              <a:spcAft>
                <a:spcPts val="0"/>
              </a:spcAft>
              <a:buSzPts val="5300"/>
              <a:buNone/>
              <a:defRPr sz="5300"/>
            </a:lvl5pPr>
            <a:lvl6pPr lvl="5" algn="ctr" rtl="0">
              <a:spcBef>
                <a:spcPts val="0"/>
              </a:spcBef>
              <a:spcAft>
                <a:spcPts val="0"/>
              </a:spcAft>
              <a:buSzPts val="5300"/>
              <a:buNone/>
              <a:defRPr sz="5300"/>
            </a:lvl6pPr>
            <a:lvl7pPr lvl="6" algn="ctr" rtl="0">
              <a:spcBef>
                <a:spcPts val="0"/>
              </a:spcBef>
              <a:spcAft>
                <a:spcPts val="0"/>
              </a:spcAft>
              <a:buSzPts val="5300"/>
              <a:buNone/>
              <a:defRPr sz="5300"/>
            </a:lvl7pPr>
            <a:lvl8pPr lvl="7" algn="ctr" rtl="0">
              <a:spcBef>
                <a:spcPts val="0"/>
              </a:spcBef>
              <a:spcAft>
                <a:spcPts val="0"/>
              </a:spcAft>
              <a:buSzPts val="5300"/>
              <a:buNone/>
              <a:defRPr sz="5300"/>
            </a:lvl8pPr>
            <a:lvl9pPr lvl="8" algn="ctr" rtl="0">
              <a:spcBef>
                <a:spcPts val="0"/>
              </a:spcBef>
              <a:spcAft>
                <a:spcPts val="0"/>
              </a:spcAft>
              <a:buSzPts val="5300"/>
              <a:buNone/>
              <a:defRPr sz="5300"/>
            </a:lvl9pPr>
          </a:lstStyle>
          <a:p>
            <a:r>
              <a:t>xx%</a:t>
            </a:r>
          </a:p>
        </p:txBody>
      </p:sp>
      <p:sp>
        <p:nvSpPr>
          <p:cNvPr id="112" name="Google Shape;112;p15"/>
          <p:cNvSpPr txBox="1">
            <a:spLocks noGrp="1"/>
          </p:cNvSpPr>
          <p:nvPr>
            <p:ph type="subTitle" idx="1"/>
          </p:nvPr>
        </p:nvSpPr>
        <p:spPr>
          <a:xfrm flipH="1">
            <a:off x="4426725" y="3573275"/>
            <a:ext cx="3205200" cy="6975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1550"/>
            </a:lvl1pPr>
            <a:lvl2pPr lvl="1" algn="r" rtl="0">
              <a:lnSpc>
                <a:spcPct val="115000"/>
              </a:lnSpc>
              <a:spcBef>
                <a:spcPts val="0"/>
              </a:spcBef>
              <a:spcAft>
                <a:spcPts val="0"/>
              </a:spcAft>
              <a:buSzPts val="1850"/>
              <a:buNone/>
              <a:defRPr sz="1850"/>
            </a:lvl2pPr>
            <a:lvl3pPr lvl="2" algn="r" rtl="0">
              <a:lnSpc>
                <a:spcPct val="115000"/>
              </a:lnSpc>
              <a:spcBef>
                <a:spcPts val="0"/>
              </a:spcBef>
              <a:spcAft>
                <a:spcPts val="0"/>
              </a:spcAft>
              <a:buSzPts val="1850"/>
              <a:buNone/>
              <a:defRPr sz="1850"/>
            </a:lvl3pPr>
            <a:lvl4pPr lvl="3" algn="r" rtl="0">
              <a:lnSpc>
                <a:spcPct val="115000"/>
              </a:lnSpc>
              <a:spcBef>
                <a:spcPts val="0"/>
              </a:spcBef>
              <a:spcAft>
                <a:spcPts val="0"/>
              </a:spcAft>
              <a:buSzPts val="1850"/>
              <a:buNone/>
              <a:defRPr sz="1850"/>
            </a:lvl4pPr>
            <a:lvl5pPr lvl="4" algn="r" rtl="0">
              <a:lnSpc>
                <a:spcPct val="115000"/>
              </a:lnSpc>
              <a:spcBef>
                <a:spcPts val="0"/>
              </a:spcBef>
              <a:spcAft>
                <a:spcPts val="0"/>
              </a:spcAft>
              <a:buSzPts val="1850"/>
              <a:buNone/>
              <a:defRPr sz="1850"/>
            </a:lvl5pPr>
            <a:lvl6pPr lvl="5" algn="r" rtl="0">
              <a:lnSpc>
                <a:spcPct val="115000"/>
              </a:lnSpc>
              <a:spcBef>
                <a:spcPts val="0"/>
              </a:spcBef>
              <a:spcAft>
                <a:spcPts val="0"/>
              </a:spcAft>
              <a:buSzPts val="1850"/>
              <a:buNone/>
              <a:defRPr sz="1850"/>
            </a:lvl6pPr>
            <a:lvl7pPr lvl="6" algn="r" rtl="0">
              <a:lnSpc>
                <a:spcPct val="115000"/>
              </a:lnSpc>
              <a:spcBef>
                <a:spcPts val="0"/>
              </a:spcBef>
              <a:spcAft>
                <a:spcPts val="0"/>
              </a:spcAft>
              <a:buSzPts val="1850"/>
              <a:buNone/>
              <a:defRPr sz="1850"/>
            </a:lvl7pPr>
            <a:lvl8pPr lvl="7" algn="r" rtl="0">
              <a:lnSpc>
                <a:spcPct val="115000"/>
              </a:lnSpc>
              <a:spcBef>
                <a:spcPts val="0"/>
              </a:spcBef>
              <a:spcAft>
                <a:spcPts val="0"/>
              </a:spcAft>
              <a:buSzPts val="1850"/>
              <a:buNone/>
              <a:defRPr sz="1850"/>
            </a:lvl8pPr>
            <a:lvl9pPr lvl="8" algn="r" rtl="0">
              <a:lnSpc>
                <a:spcPct val="115000"/>
              </a:lnSpc>
              <a:spcBef>
                <a:spcPts val="0"/>
              </a:spcBef>
              <a:spcAft>
                <a:spcPts val="0"/>
              </a:spcAft>
              <a:buSzPts val="1850"/>
              <a:buNone/>
              <a:defRPr sz="1850"/>
            </a:lvl9pPr>
          </a:lstStyle>
          <a:p>
            <a:endParaRPr/>
          </a:p>
        </p:txBody>
      </p:sp>
      <p:sp>
        <p:nvSpPr>
          <p:cNvPr id="113" name="Google Shape;113;p15"/>
          <p:cNvSpPr/>
          <p:nvPr/>
        </p:nvSpPr>
        <p:spPr>
          <a:xfrm flipH="1">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4" name="Google Shape;114;p15"/>
          <p:cNvCxnSpPr/>
          <p:nvPr/>
        </p:nvCxnSpPr>
        <p:spPr>
          <a:xfrm rot="10800000">
            <a:off x="0" y="4876025"/>
            <a:ext cx="4870800" cy="0"/>
          </a:xfrm>
          <a:prstGeom prst="straightConnector1">
            <a:avLst/>
          </a:prstGeom>
          <a:noFill/>
          <a:ln w="9525" cap="flat" cmpd="sng">
            <a:solidFill>
              <a:schemeClr val="dk1"/>
            </a:solidFill>
            <a:prstDash val="solid"/>
            <a:round/>
            <a:headEnd type="none" w="med" len="med"/>
            <a:tailEnd type="none" w="med" len="med"/>
          </a:ln>
        </p:spPr>
      </p:cxnSp>
      <p:sp>
        <p:nvSpPr>
          <p:cNvPr id="115" name="Google Shape;115;p1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CUSTOM_2">
    <p:spTree>
      <p:nvGrpSpPr>
        <p:cNvPr id="1" name="Shape 116"/>
        <p:cNvGrpSpPr/>
        <p:nvPr/>
      </p:nvGrpSpPr>
      <p:grpSpPr>
        <a:xfrm>
          <a:off x="0" y="0"/>
          <a:ext cx="0" cy="0"/>
          <a:chOff x="0" y="0"/>
          <a:chExt cx="0" cy="0"/>
        </a:xfrm>
      </p:grpSpPr>
      <p:sp>
        <p:nvSpPr>
          <p:cNvPr id="117" name="Google Shape;117;p1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118" name="Google Shape;118;p16"/>
          <p:cNvSpPr txBox="1">
            <a:spLocks noGrp="1"/>
          </p:cNvSpPr>
          <p:nvPr>
            <p:ph type="subTitle" idx="1"/>
          </p:nvPr>
        </p:nvSpPr>
        <p:spPr>
          <a:xfrm>
            <a:off x="713225"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19" name="Google Shape;119;p16"/>
          <p:cNvSpPr txBox="1">
            <a:spLocks noGrp="1"/>
          </p:cNvSpPr>
          <p:nvPr>
            <p:ph type="title" idx="2" hasCustomPrompt="1"/>
          </p:nvPr>
        </p:nvSpPr>
        <p:spPr>
          <a:xfrm>
            <a:off x="713225"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0" name="Google Shape;120;p16"/>
          <p:cNvSpPr txBox="1">
            <a:spLocks noGrp="1"/>
          </p:cNvSpPr>
          <p:nvPr>
            <p:ph type="subTitle" idx="3"/>
          </p:nvPr>
        </p:nvSpPr>
        <p:spPr>
          <a:xfrm>
            <a:off x="713225"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21" name="Google Shape;121;p16"/>
          <p:cNvSpPr txBox="1">
            <a:spLocks noGrp="1"/>
          </p:cNvSpPr>
          <p:nvPr>
            <p:ph type="subTitle" idx="4"/>
          </p:nvPr>
        </p:nvSpPr>
        <p:spPr>
          <a:xfrm>
            <a:off x="6030475"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22" name="Google Shape;122;p16"/>
          <p:cNvSpPr txBox="1">
            <a:spLocks noGrp="1"/>
          </p:cNvSpPr>
          <p:nvPr>
            <p:ph type="title" idx="5" hasCustomPrompt="1"/>
          </p:nvPr>
        </p:nvSpPr>
        <p:spPr>
          <a:xfrm>
            <a:off x="6030475"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3" name="Google Shape;123;p16"/>
          <p:cNvSpPr txBox="1">
            <a:spLocks noGrp="1"/>
          </p:cNvSpPr>
          <p:nvPr>
            <p:ph type="subTitle" idx="6"/>
          </p:nvPr>
        </p:nvSpPr>
        <p:spPr>
          <a:xfrm>
            <a:off x="6030475"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124" name="Google Shape;124;p16"/>
          <p:cNvSpPr txBox="1">
            <a:spLocks noGrp="1"/>
          </p:cNvSpPr>
          <p:nvPr>
            <p:ph type="subTitle" idx="7"/>
          </p:nvPr>
        </p:nvSpPr>
        <p:spPr>
          <a:xfrm>
            <a:off x="3371850" y="358247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25" name="Google Shape;125;p16"/>
          <p:cNvSpPr txBox="1">
            <a:spLocks noGrp="1"/>
          </p:cNvSpPr>
          <p:nvPr>
            <p:ph type="title" idx="8" hasCustomPrompt="1"/>
          </p:nvPr>
        </p:nvSpPr>
        <p:spPr>
          <a:xfrm>
            <a:off x="3371850" y="1575103"/>
            <a:ext cx="2400300" cy="8004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6000"/>
              <a:buNone/>
              <a:defRPr sz="4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6" name="Google Shape;126;p16"/>
          <p:cNvSpPr txBox="1">
            <a:spLocks noGrp="1"/>
          </p:cNvSpPr>
          <p:nvPr>
            <p:ph type="subTitle" idx="9"/>
          </p:nvPr>
        </p:nvSpPr>
        <p:spPr>
          <a:xfrm>
            <a:off x="3371850" y="2654575"/>
            <a:ext cx="2400300" cy="861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cxnSp>
        <p:nvCxnSpPr>
          <p:cNvPr id="127" name="Google Shape;127;p16"/>
          <p:cNvCxnSpPr/>
          <p:nvPr/>
        </p:nvCxnSpPr>
        <p:spPr>
          <a:xfrm rot="10800000">
            <a:off x="5035800" y="4797575"/>
            <a:ext cx="4108200" cy="0"/>
          </a:xfrm>
          <a:prstGeom prst="straightConnector1">
            <a:avLst/>
          </a:prstGeom>
          <a:noFill/>
          <a:ln w="9525" cap="flat" cmpd="sng">
            <a:solidFill>
              <a:schemeClr val="dk1"/>
            </a:solidFill>
            <a:prstDash val="solid"/>
            <a:round/>
            <a:headEnd type="none" w="med" len="med"/>
            <a:tailEnd type="none" w="med" len="med"/>
          </a:ln>
        </p:spPr>
      </p:cxnSp>
      <p:sp>
        <p:nvSpPr>
          <p:cNvPr id="128" name="Google Shape;128;p1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Numbers and text 1">
  <p:cSld name="CUSTOM_2_1_2">
    <p:spTree>
      <p:nvGrpSpPr>
        <p:cNvPr id="1" name="Shape 129"/>
        <p:cNvGrpSpPr/>
        <p:nvPr/>
      </p:nvGrpSpPr>
      <p:grpSpPr>
        <a:xfrm>
          <a:off x="0" y="0"/>
          <a:ext cx="0" cy="0"/>
          <a:chOff x="0" y="0"/>
          <a:chExt cx="0" cy="0"/>
        </a:xfrm>
      </p:grpSpPr>
      <p:sp>
        <p:nvSpPr>
          <p:cNvPr id="130" name="Google Shape;130;p17"/>
          <p:cNvSpPr txBox="1">
            <a:spLocks noGrp="1"/>
          </p:cNvSpPr>
          <p:nvPr>
            <p:ph type="subTitle" idx="1"/>
          </p:nvPr>
        </p:nvSpPr>
        <p:spPr>
          <a:xfrm>
            <a:off x="2370900" y="1278125"/>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31" name="Google Shape;131;p17"/>
          <p:cNvSpPr txBox="1">
            <a:spLocks noGrp="1"/>
          </p:cNvSpPr>
          <p:nvPr>
            <p:ph type="title" hasCustomPrompt="1"/>
          </p:nvPr>
        </p:nvSpPr>
        <p:spPr>
          <a:xfrm>
            <a:off x="2370900" y="572825"/>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32" name="Google Shape;132;p17"/>
          <p:cNvSpPr txBox="1">
            <a:spLocks noGrp="1"/>
          </p:cNvSpPr>
          <p:nvPr>
            <p:ph type="subTitle" idx="2"/>
          </p:nvPr>
        </p:nvSpPr>
        <p:spPr>
          <a:xfrm>
            <a:off x="2370900" y="4087875"/>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33" name="Google Shape;133;p17"/>
          <p:cNvSpPr txBox="1">
            <a:spLocks noGrp="1"/>
          </p:cNvSpPr>
          <p:nvPr>
            <p:ph type="title" idx="3" hasCustomPrompt="1"/>
          </p:nvPr>
        </p:nvSpPr>
        <p:spPr>
          <a:xfrm>
            <a:off x="2370900" y="3382575"/>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sp>
        <p:nvSpPr>
          <p:cNvPr id="134" name="Google Shape;134;p17"/>
          <p:cNvSpPr txBox="1">
            <a:spLocks noGrp="1"/>
          </p:cNvSpPr>
          <p:nvPr>
            <p:ph type="subTitle" idx="4"/>
          </p:nvPr>
        </p:nvSpPr>
        <p:spPr>
          <a:xfrm>
            <a:off x="2370900" y="2683000"/>
            <a:ext cx="44022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35" name="Google Shape;135;p17"/>
          <p:cNvSpPr txBox="1">
            <a:spLocks noGrp="1"/>
          </p:cNvSpPr>
          <p:nvPr>
            <p:ph type="title" idx="5" hasCustomPrompt="1"/>
          </p:nvPr>
        </p:nvSpPr>
        <p:spPr>
          <a:xfrm>
            <a:off x="2370900" y="1977700"/>
            <a:ext cx="4402200" cy="738900"/>
          </a:xfrm>
          <a:prstGeom prst="rect">
            <a:avLst/>
          </a:prstGeom>
        </p:spPr>
        <p:txBody>
          <a:bodyPr spcFirstLastPara="1" wrap="square" lIns="91425" tIns="91425" rIns="91425" bIns="91425" anchor="b" anchorCtr="0">
            <a:noAutofit/>
          </a:bodyPr>
          <a:lstStyle>
            <a:lvl1pPr lvl="0" rtl="0">
              <a:spcBef>
                <a:spcPts val="0"/>
              </a:spcBef>
              <a:spcAft>
                <a:spcPts val="0"/>
              </a:spcAft>
              <a:buSzPts val="6000"/>
              <a:buNone/>
              <a:defRPr sz="3600"/>
            </a:lvl1pPr>
            <a:lvl2pPr lvl="1" rtl="0">
              <a:spcBef>
                <a:spcPts val="0"/>
              </a:spcBef>
              <a:spcAft>
                <a:spcPts val="0"/>
              </a:spcAft>
              <a:buSzPts val="6000"/>
              <a:buNone/>
              <a:defRPr sz="6000"/>
            </a:lvl2pPr>
            <a:lvl3pPr lvl="2" rtl="0">
              <a:spcBef>
                <a:spcPts val="0"/>
              </a:spcBef>
              <a:spcAft>
                <a:spcPts val="0"/>
              </a:spcAft>
              <a:buSzPts val="6000"/>
              <a:buNone/>
              <a:defRPr sz="6000"/>
            </a:lvl3pPr>
            <a:lvl4pPr lvl="3" rtl="0">
              <a:spcBef>
                <a:spcPts val="0"/>
              </a:spcBef>
              <a:spcAft>
                <a:spcPts val="0"/>
              </a:spcAft>
              <a:buSzPts val="6000"/>
              <a:buNone/>
              <a:defRPr sz="6000"/>
            </a:lvl4pPr>
            <a:lvl5pPr lvl="4" rtl="0">
              <a:spcBef>
                <a:spcPts val="0"/>
              </a:spcBef>
              <a:spcAft>
                <a:spcPts val="0"/>
              </a:spcAft>
              <a:buSzPts val="6000"/>
              <a:buNone/>
              <a:defRPr sz="6000"/>
            </a:lvl5pPr>
            <a:lvl6pPr lvl="5" rtl="0">
              <a:spcBef>
                <a:spcPts val="0"/>
              </a:spcBef>
              <a:spcAft>
                <a:spcPts val="0"/>
              </a:spcAft>
              <a:buSzPts val="6000"/>
              <a:buNone/>
              <a:defRPr sz="6000"/>
            </a:lvl6pPr>
            <a:lvl7pPr lvl="6" rtl="0">
              <a:spcBef>
                <a:spcPts val="0"/>
              </a:spcBef>
              <a:spcAft>
                <a:spcPts val="0"/>
              </a:spcAft>
              <a:buSzPts val="6000"/>
              <a:buNone/>
              <a:defRPr sz="6000"/>
            </a:lvl7pPr>
            <a:lvl8pPr lvl="7" rtl="0">
              <a:spcBef>
                <a:spcPts val="0"/>
              </a:spcBef>
              <a:spcAft>
                <a:spcPts val="0"/>
              </a:spcAft>
              <a:buSzPts val="6000"/>
              <a:buNone/>
              <a:defRPr sz="6000"/>
            </a:lvl8pPr>
            <a:lvl9pPr lvl="8" rtl="0">
              <a:spcBef>
                <a:spcPts val="0"/>
              </a:spcBef>
              <a:spcAft>
                <a:spcPts val="0"/>
              </a:spcAft>
              <a:buSzPts val="6000"/>
              <a:buNone/>
              <a:defRPr sz="6000"/>
            </a:lvl9pPr>
          </a:lstStyle>
          <a:p>
            <a:r>
              <a:t>xx%</a:t>
            </a:r>
          </a:p>
        </p:txBody>
      </p:sp>
      <p:grpSp>
        <p:nvGrpSpPr>
          <p:cNvPr id="136" name="Google Shape;136;p17"/>
          <p:cNvGrpSpPr/>
          <p:nvPr/>
        </p:nvGrpSpPr>
        <p:grpSpPr>
          <a:xfrm>
            <a:off x="711250" y="-125"/>
            <a:ext cx="7719525" cy="5143625"/>
            <a:chOff x="711250" y="-125"/>
            <a:chExt cx="7719525" cy="5143625"/>
          </a:xfrm>
        </p:grpSpPr>
        <p:cxnSp>
          <p:nvCxnSpPr>
            <p:cNvPr id="137" name="Google Shape;137;p17"/>
            <p:cNvCxnSpPr/>
            <p:nvPr/>
          </p:nvCxnSpPr>
          <p:spPr>
            <a:xfrm rot="10800000">
              <a:off x="711250" y="2191500"/>
              <a:ext cx="0" cy="2952000"/>
            </a:xfrm>
            <a:prstGeom prst="straightConnector1">
              <a:avLst/>
            </a:prstGeom>
            <a:noFill/>
            <a:ln w="9525" cap="flat" cmpd="sng">
              <a:solidFill>
                <a:schemeClr val="dk1"/>
              </a:solidFill>
              <a:prstDash val="solid"/>
              <a:round/>
              <a:headEnd type="none" w="med" len="med"/>
              <a:tailEnd type="none" w="med" len="med"/>
            </a:ln>
          </p:spPr>
        </p:cxnSp>
        <p:cxnSp>
          <p:nvCxnSpPr>
            <p:cNvPr id="138" name="Google Shape;138;p17"/>
            <p:cNvCxnSpPr/>
            <p:nvPr/>
          </p:nvCxnSpPr>
          <p:spPr>
            <a:xfrm rot="10800000">
              <a:off x="8430775" y="-125"/>
              <a:ext cx="0" cy="2191500"/>
            </a:xfrm>
            <a:prstGeom prst="straightConnector1">
              <a:avLst/>
            </a:prstGeom>
            <a:noFill/>
            <a:ln w="9525" cap="flat" cmpd="sng">
              <a:solidFill>
                <a:schemeClr val="dk1"/>
              </a:solidFill>
              <a:prstDash val="solid"/>
              <a:round/>
              <a:headEnd type="none" w="med" len="med"/>
              <a:tailEnd type="none" w="med" len="med"/>
            </a:ln>
          </p:spPr>
        </p:cxnSp>
      </p:grpSp>
      <p:sp>
        <p:nvSpPr>
          <p:cNvPr id="139" name="Google Shape;139;p1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1">
  <p:cSld name="CUSTOM_2_1_1">
    <p:spTree>
      <p:nvGrpSpPr>
        <p:cNvPr id="1" name="Shape 140"/>
        <p:cNvGrpSpPr/>
        <p:nvPr/>
      </p:nvGrpSpPr>
      <p:grpSpPr>
        <a:xfrm>
          <a:off x="0" y="0"/>
          <a:ext cx="0" cy="0"/>
          <a:chOff x="0" y="0"/>
          <a:chExt cx="0" cy="0"/>
        </a:xfrm>
      </p:grpSpPr>
      <p:sp>
        <p:nvSpPr>
          <p:cNvPr id="141" name="Google Shape;141;p1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grpSp>
        <p:nvGrpSpPr>
          <p:cNvPr id="142" name="Google Shape;142;p18"/>
          <p:cNvGrpSpPr/>
          <p:nvPr/>
        </p:nvGrpSpPr>
        <p:grpSpPr>
          <a:xfrm flipH="1">
            <a:off x="0" y="4876025"/>
            <a:ext cx="9144000" cy="267600"/>
            <a:chOff x="0" y="4876025"/>
            <a:chExt cx="9144000" cy="267600"/>
          </a:xfrm>
        </p:grpSpPr>
        <p:sp>
          <p:nvSpPr>
            <p:cNvPr id="143" name="Google Shape;143;p1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4" name="Google Shape;144;p1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
        <p:nvSpPr>
          <p:cNvPr id="145" name="Google Shape;145;p1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2">
  <p:cSld name="CUSTOM_2_1_1_2">
    <p:spTree>
      <p:nvGrpSpPr>
        <p:cNvPr id="1" name="Shape 146"/>
        <p:cNvGrpSpPr/>
        <p:nvPr/>
      </p:nvGrpSpPr>
      <p:grpSpPr>
        <a:xfrm>
          <a:off x="0" y="0"/>
          <a:ext cx="0" cy="0"/>
          <a:chOff x="0" y="0"/>
          <a:chExt cx="0" cy="0"/>
        </a:xfrm>
      </p:grpSpPr>
      <p:sp>
        <p:nvSpPr>
          <p:cNvPr id="147" name="Google Shape;147;p1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cxnSp>
        <p:nvCxnSpPr>
          <p:cNvPr id="148" name="Google Shape;148;p19"/>
          <p:cNvCxnSpPr/>
          <p:nvPr/>
        </p:nvCxnSpPr>
        <p:spPr>
          <a:xfrm>
            <a:off x="0" y="262400"/>
            <a:ext cx="2286000" cy="0"/>
          </a:xfrm>
          <a:prstGeom prst="straightConnector1">
            <a:avLst/>
          </a:prstGeom>
          <a:noFill/>
          <a:ln w="9525" cap="flat" cmpd="sng">
            <a:solidFill>
              <a:schemeClr val="dk1"/>
            </a:solidFill>
            <a:prstDash val="solid"/>
            <a:round/>
            <a:headEnd type="none" w="med" len="med"/>
            <a:tailEnd type="none" w="med" len="med"/>
          </a:ln>
        </p:spPr>
      </p:cxnSp>
      <p:sp>
        <p:nvSpPr>
          <p:cNvPr id="149" name="Google Shape;149;p1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p:cSld name="CUSTOM_2_1_1_1">
    <p:spTree>
      <p:nvGrpSpPr>
        <p:cNvPr id="1" name="Shape 150"/>
        <p:cNvGrpSpPr/>
        <p:nvPr/>
      </p:nvGrpSpPr>
      <p:grpSpPr>
        <a:xfrm>
          <a:off x="0" y="0"/>
          <a:ext cx="0" cy="0"/>
          <a:chOff x="0" y="0"/>
          <a:chExt cx="0" cy="0"/>
        </a:xfrm>
      </p:grpSpPr>
      <p:grpSp>
        <p:nvGrpSpPr>
          <p:cNvPr id="151" name="Google Shape;151;p20"/>
          <p:cNvGrpSpPr/>
          <p:nvPr/>
        </p:nvGrpSpPr>
        <p:grpSpPr>
          <a:xfrm>
            <a:off x="0" y="0"/>
            <a:ext cx="9144075" cy="5143500"/>
            <a:chOff x="0" y="0"/>
            <a:chExt cx="9144075" cy="5143500"/>
          </a:xfrm>
        </p:grpSpPr>
        <p:sp>
          <p:nvSpPr>
            <p:cNvPr id="152" name="Google Shape;152;p20"/>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0"/>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4" name="Google Shape;154;p20"/>
          <p:cNvSpPr txBox="1">
            <a:spLocks noGrp="1"/>
          </p:cNvSpPr>
          <p:nvPr>
            <p:ph type="title"/>
          </p:nvPr>
        </p:nvSpPr>
        <p:spPr>
          <a:xfrm>
            <a:off x="4035075" y="1441250"/>
            <a:ext cx="3428100" cy="1185300"/>
          </a:xfrm>
          <a:prstGeom prst="rect">
            <a:avLst/>
          </a:prstGeom>
        </p:spPr>
        <p:txBody>
          <a:bodyPr spcFirstLastPara="1" wrap="square" lIns="91425" tIns="91425" rIns="91425" bIns="91425" anchor="t" anchorCtr="0">
            <a:noAutofit/>
          </a:bodyPr>
          <a:lstStyle>
            <a:lvl1pPr lvl="0" algn="r" rtl="0">
              <a:spcBef>
                <a:spcPts val="0"/>
              </a:spcBef>
              <a:spcAft>
                <a:spcPts val="0"/>
              </a:spcAft>
              <a:buSzPts val="9200"/>
              <a:buNone/>
              <a:defRPr sz="6500"/>
            </a:lvl1pPr>
            <a:lvl2pPr lvl="1" rtl="0">
              <a:spcBef>
                <a:spcPts val="0"/>
              </a:spcBef>
              <a:spcAft>
                <a:spcPts val="0"/>
              </a:spcAft>
              <a:buSzPts val="9200"/>
              <a:buNone/>
              <a:defRPr sz="9200"/>
            </a:lvl2pPr>
            <a:lvl3pPr lvl="2" rtl="0">
              <a:spcBef>
                <a:spcPts val="0"/>
              </a:spcBef>
              <a:spcAft>
                <a:spcPts val="0"/>
              </a:spcAft>
              <a:buSzPts val="9200"/>
              <a:buNone/>
              <a:defRPr sz="9200"/>
            </a:lvl3pPr>
            <a:lvl4pPr lvl="3" rtl="0">
              <a:spcBef>
                <a:spcPts val="0"/>
              </a:spcBef>
              <a:spcAft>
                <a:spcPts val="0"/>
              </a:spcAft>
              <a:buSzPts val="9200"/>
              <a:buNone/>
              <a:defRPr sz="9200"/>
            </a:lvl4pPr>
            <a:lvl5pPr lvl="4" rtl="0">
              <a:spcBef>
                <a:spcPts val="0"/>
              </a:spcBef>
              <a:spcAft>
                <a:spcPts val="0"/>
              </a:spcAft>
              <a:buSzPts val="9200"/>
              <a:buNone/>
              <a:defRPr sz="9200"/>
            </a:lvl5pPr>
            <a:lvl6pPr lvl="5" rtl="0">
              <a:spcBef>
                <a:spcPts val="0"/>
              </a:spcBef>
              <a:spcAft>
                <a:spcPts val="0"/>
              </a:spcAft>
              <a:buSzPts val="9200"/>
              <a:buNone/>
              <a:defRPr sz="9200"/>
            </a:lvl6pPr>
            <a:lvl7pPr lvl="6" rtl="0">
              <a:spcBef>
                <a:spcPts val="0"/>
              </a:spcBef>
              <a:spcAft>
                <a:spcPts val="0"/>
              </a:spcAft>
              <a:buSzPts val="9200"/>
              <a:buNone/>
              <a:defRPr sz="9200"/>
            </a:lvl7pPr>
            <a:lvl8pPr lvl="7" rtl="0">
              <a:spcBef>
                <a:spcPts val="0"/>
              </a:spcBef>
              <a:spcAft>
                <a:spcPts val="0"/>
              </a:spcAft>
              <a:buSzPts val="9200"/>
              <a:buNone/>
              <a:defRPr sz="9200"/>
            </a:lvl8pPr>
            <a:lvl9pPr lvl="8" rtl="0">
              <a:spcBef>
                <a:spcPts val="0"/>
              </a:spcBef>
              <a:spcAft>
                <a:spcPts val="0"/>
              </a:spcAft>
              <a:buSzPts val="9200"/>
              <a:buNone/>
              <a:defRPr sz="9200"/>
            </a:lvl9pPr>
          </a:lstStyle>
          <a:p>
            <a:endParaRPr/>
          </a:p>
        </p:txBody>
      </p:sp>
      <p:sp>
        <p:nvSpPr>
          <p:cNvPr id="155" name="Google Shape;155;p20"/>
          <p:cNvSpPr txBox="1">
            <a:spLocks noGrp="1"/>
          </p:cNvSpPr>
          <p:nvPr>
            <p:ph type="subTitle" idx="1"/>
          </p:nvPr>
        </p:nvSpPr>
        <p:spPr>
          <a:xfrm>
            <a:off x="4035075" y="2568000"/>
            <a:ext cx="3428100" cy="9720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850"/>
              <a:buNone/>
              <a:defRPr sz="1550"/>
            </a:lvl1pPr>
            <a:lvl2pPr lvl="1" algn="ctr" rtl="0">
              <a:lnSpc>
                <a:spcPct val="115000"/>
              </a:lnSpc>
              <a:spcBef>
                <a:spcPts val="0"/>
              </a:spcBef>
              <a:spcAft>
                <a:spcPts val="0"/>
              </a:spcAft>
              <a:buSzPts val="1850"/>
              <a:buNone/>
              <a:defRPr sz="1850"/>
            </a:lvl2pPr>
            <a:lvl3pPr lvl="2" algn="ctr" rtl="0">
              <a:lnSpc>
                <a:spcPct val="115000"/>
              </a:lnSpc>
              <a:spcBef>
                <a:spcPts val="0"/>
              </a:spcBef>
              <a:spcAft>
                <a:spcPts val="0"/>
              </a:spcAft>
              <a:buSzPts val="1850"/>
              <a:buNone/>
              <a:defRPr sz="1850"/>
            </a:lvl3pPr>
            <a:lvl4pPr lvl="3" algn="ctr" rtl="0">
              <a:lnSpc>
                <a:spcPct val="115000"/>
              </a:lnSpc>
              <a:spcBef>
                <a:spcPts val="0"/>
              </a:spcBef>
              <a:spcAft>
                <a:spcPts val="0"/>
              </a:spcAft>
              <a:buSzPts val="1850"/>
              <a:buNone/>
              <a:defRPr sz="1850"/>
            </a:lvl4pPr>
            <a:lvl5pPr lvl="4" algn="ctr" rtl="0">
              <a:lnSpc>
                <a:spcPct val="115000"/>
              </a:lnSpc>
              <a:spcBef>
                <a:spcPts val="0"/>
              </a:spcBef>
              <a:spcAft>
                <a:spcPts val="0"/>
              </a:spcAft>
              <a:buSzPts val="1850"/>
              <a:buNone/>
              <a:defRPr sz="1850"/>
            </a:lvl5pPr>
            <a:lvl6pPr lvl="5" algn="ctr" rtl="0">
              <a:lnSpc>
                <a:spcPct val="115000"/>
              </a:lnSpc>
              <a:spcBef>
                <a:spcPts val="0"/>
              </a:spcBef>
              <a:spcAft>
                <a:spcPts val="0"/>
              </a:spcAft>
              <a:buSzPts val="1850"/>
              <a:buNone/>
              <a:defRPr sz="1850"/>
            </a:lvl6pPr>
            <a:lvl7pPr lvl="6" algn="ctr" rtl="0">
              <a:lnSpc>
                <a:spcPct val="115000"/>
              </a:lnSpc>
              <a:spcBef>
                <a:spcPts val="0"/>
              </a:spcBef>
              <a:spcAft>
                <a:spcPts val="0"/>
              </a:spcAft>
              <a:buSzPts val="1850"/>
              <a:buNone/>
              <a:defRPr sz="1850"/>
            </a:lvl7pPr>
            <a:lvl8pPr lvl="7" algn="ctr" rtl="0">
              <a:lnSpc>
                <a:spcPct val="115000"/>
              </a:lnSpc>
              <a:spcBef>
                <a:spcPts val="0"/>
              </a:spcBef>
              <a:spcAft>
                <a:spcPts val="0"/>
              </a:spcAft>
              <a:buSzPts val="1850"/>
              <a:buNone/>
              <a:defRPr sz="1850"/>
            </a:lvl8pPr>
            <a:lvl9pPr lvl="8" algn="ctr" rtl="0">
              <a:lnSpc>
                <a:spcPct val="115000"/>
              </a:lnSpc>
              <a:spcBef>
                <a:spcPts val="0"/>
              </a:spcBef>
              <a:spcAft>
                <a:spcPts val="0"/>
              </a:spcAft>
              <a:buSzPts val="1850"/>
              <a:buNone/>
              <a:defRPr sz="1850"/>
            </a:lvl9pPr>
          </a:lstStyle>
          <a:p>
            <a:endParaRPr/>
          </a:p>
        </p:txBody>
      </p:sp>
      <p:grpSp>
        <p:nvGrpSpPr>
          <p:cNvPr id="156" name="Google Shape;156;p20"/>
          <p:cNvGrpSpPr/>
          <p:nvPr/>
        </p:nvGrpSpPr>
        <p:grpSpPr>
          <a:xfrm>
            <a:off x="150" y="539500"/>
            <a:ext cx="8430625" cy="4604000"/>
            <a:chOff x="150" y="539500"/>
            <a:chExt cx="8430625" cy="4604000"/>
          </a:xfrm>
        </p:grpSpPr>
        <p:cxnSp>
          <p:nvCxnSpPr>
            <p:cNvPr id="157" name="Google Shape;157;p2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58" name="Google Shape;158;p20"/>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
        <p:nvSpPr>
          <p:cNvPr id="159" name="Google Shape;159;p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1">
  <p:cSld name="CUSTOM_11">
    <p:spTree>
      <p:nvGrpSpPr>
        <p:cNvPr id="1" name="Shape 160"/>
        <p:cNvGrpSpPr/>
        <p:nvPr/>
      </p:nvGrpSpPr>
      <p:grpSpPr>
        <a:xfrm>
          <a:off x="0" y="0"/>
          <a:ext cx="0" cy="0"/>
          <a:chOff x="0" y="0"/>
          <a:chExt cx="0" cy="0"/>
        </a:xfrm>
      </p:grpSpPr>
      <p:sp>
        <p:nvSpPr>
          <p:cNvPr id="161" name="Google Shape;161;p21"/>
          <p:cNvSpPr txBox="1">
            <a:spLocks noGrp="1"/>
          </p:cNvSpPr>
          <p:nvPr>
            <p:ph type="body" idx="1"/>
          </p:nvPr>
        </p:nvSpPr>
        <p:spPr>
          <a:xfrm>
            <a:off x="1691100" y="1759300"/>
            <a:ext cx="5761800" cy="20925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dk2"/>
              </a:buClr>
              <a:buSzPts val="1400"/>
              <a:buFont typeface="Red Hat Display"/>
              <a:buChar char="■"/>
              <a:defRPr/>
            </a:lvl1pPr>
            <a:lvl2pPr marL="914400" lvl="1" indent="-317500" rtl="0">
              <a:spcBef>
                <a:spcPts val="1600"/>
              </a:spcBef>
              <a:spcAft>
                <a:spcPts val="0"/>
              </a:spcAft>
              <a:buClr>
                <a:srgbClr val="FFFFFF"/>
              </a:buClr>
              <a:buSzPts val="1400"/>
              <a:buFont typeface="Red Hat Display"/>
              <a:buChar char="○"/>
              <a:defRPr/>
            </a:lvl2pPr>
            <a:lvl3pPr marL="1371600" lvl="2" indent="-317500" rtl="0">
              <a:spcBef>
                <a:spcPts val="1600"/>
              </a:spcBef>
              <a:spcAft>
                <a:spcPts val="0"/>
              </a:spcAft>
              <a:buClr>
                <a:srgbClr val="FFFFFF"/>
              </a:buClr>
              <a:buSzPts val="1400"/>
              <a:buFont typeface="Red Hat Display"/>
              <a:buChar char="■"/>
              <a:defRPr/>
            </a:lvl3pPr>
            <a:lvl4pPr marL="1828800" lvl="3" indent="-317500" rtl="0">
              <a:spcBef>
                <a:spcPts val="1600"/>
              </a:spcBef>
              <a:spcAft>
                <a:spcPts val="0"/>
              </a:spcAft>
              <a:buClr>
                <a:srgbClr val="FFFFFF"/>
              </a:buClr>
              <a:buSzPts val="1400"/>
              <a:buFont typeface="Red Hat Display"/>
              <a:buChar char="●"/>
              <a:defRPr/>
            </a:lvl4pPr>
            <a:lvl5pPr marL="2286000" lvl="4" indent="-317500" rtl="0">
              <a:spcBef>
                <a:spcPts val="1600"/>
              </a:spcBef>
              <a:spcAft>
                <a:spcPts val="0"/>
              </a:spcAft>
              <a:buClr>
                <a:srgbClr val="FFFFFF"/>
              </a:buClr>
              <a:buSzPts val="1400"/>
              <a:buFont typeface="Red Hat Display"/>
              <a:buChar char="○"/>
              <a:defRPr/>
            </a:lvl5pPr>
            <a:lvl6pPr marL="2743200" lvl="5" indent="-317500" rtl="0">
              <a:spcBef>
                <a:spcPts val="1600"/>
              </a:spcBef>
              <a:spcAft>
                <a:spcPts val="0"/>
              </a:spcAft>
              <a:buClr>
                <a:srgbClr val="FFFFFF"/>
              </a:buClr>
              <a:buSzPts val="1400"/>
              <a:buFont typeface="Red Hat Display"/>
              <a:buChar char="■"/>
              <a:defRPr/>
            </a:lvl6pPr>
            <a:lvl7pPr marL="3200400" lvl="6" indent="-317500" rtl="0">
              <a:spcBef>
                <a:spcPts val="1600"/>
              </a:spcBef>
              <a:spcAft>
                <a:spcPts val="0"/>
              </a:spcAft>
              <a:buClr>
                <a:srgbClr val="FFFFFF"/>
              </a:buClr>
              <a:buSzPts val="1400"/>
              <a:buFont typeface="Red Hat Display"/>
              <a:buChar char="●"/>
              <a:defRPr/>
            </a:lvl7pPr>
            <a:lvl8pPr marL="3657600" lvl="7" indent="-317500" rtl="0">
              <a:spcBef>
                <a:spcPts val="1600"/>
              </a:spcBef>
              <a:spcAft>
                <a:spcPts val="0"/>
              </a:spcAft>
              <a:buClr>
                <a:srgbClr val="FFFFFF"/>
              </a:buClr>
              <a:buSzPts val="1400"/>
              <a:buFont typeface="Red Hat Display"/>
              <a:buChar char="○"/>
              <a:defRPr/>
            </a:lvl8pPr>
            <a:lvl9pPr marL="4114800" lvl="8" indent="-317500" rtl="0">
              <a:spcBef>
                <a:spcPts val="1600"/>
              </a:spcBef>
              <a:spcAft>
                <a:spcPts val="1600"/>
              </a:spcAft>
              <a:buClr>
                <a:srgbClr val="FFFFFF"/>
              </a:buClr>
              <a:buSzPts val="1400"/>
              <a:buFont typeface="Red Hat Display"/>
              <a:buChar char="■"/>
              <a:defRPr/>
            </a:lvl9pPr>
          </a:lstStyle>
          <a:p>
            <a:endParaRPr/>
          </a:p>
        </p:txBody>
      </p:sp>
      <p:sp>
        <p:nvSpPr>
          <p:cNvPr id="162" name="Google Shape;162;p2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63" name="Google Shape;163;p21"/>
          <p:cNvSpPr/>
          <p:nvPr/>
        </p:nvSpPr>
        <p:spPr>
          <a:xfrm flipH="1">
            <a:off x="0" y="487590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4" name="Google Shape;164;p21"/>
          <p:cNvGrpSpPr/>
          <p:nvPr/>
        </p:nvGrpSpPr>
        <p:grpSpPr>
          <a:xfrm>
            <a:off x="276825" y="267475"/>
            <a:ext cx="8860200" cy="4876025"/>
            <a:chOff x="276825" y="267475"/>
            <a:chExt cx="8860200" cy="4876025"/>
          </a:xfrm>
        </p:grpSpPr>
        <p:cxnSp>
          <p:nvCxnSpPr>
            <p:cNvPr id="165" name="Google Shape;165;p21"/>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166" name="Google Shape;166;p21"/>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
        <p:nvSpPr>
          <p:cNvPr id="167" name="Google Shape;167;p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2">
  <p:cSld name="CUSTOM_2_1_1_1_1_1">
    <p:spTree>
      <p:nvGrpSpPr>
        <p:cNvPr id="1" name="Shape 168"/>
        <p:cNvGrpSpPr/>
        <p:nvPr/>
      </p:nvGrpSpPr>
      <p:grpSpPr>
        <a:xfrm>
          <a:off x="0" y="0"/>
          <a:ext cx="0" cy="0"/>
          <a:chOff x="0" y="0"/>
          <a:chExt cx="0" cy="0"/>
        </a:xfrm>
      </p:grpSpPr>
      <p:sp>
        <p:nvSpPr>
          <p:cNvPr id="169" name="Google Shape;169;p22"/>
          <p:cNvSpPr txBox="1">
            <a:spLocks noGrp="1"/>
          </p:cNvSpPr>
          <p:nvPr>
            <p:ph type="title"/>
          </p:nvPr>
        </p:nvSpPr>
        <p:spPr>
          <a:xfrm>
            <a:off x="948325" y="1409875"/>
            <a:ext cx="4863300" cy="6618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70" name="Google Shape;170;p22"/>
          <p:cNvSpPr txBox="1">
            <a:spLocks noGrp="1"/>
          </p:cNvSpPr>
          <p:nvPr>
            <p:ph type="subTitle" idx="1"/>
          </p:nvPr>
        </p:nvSpPr>
        <p:spPr>
          <a:xfrm>
            <a:off x="948325" y="2172700"/>
            <a:ext cx="4863300" cy="1519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Clr>
                <a:schemeClr val="dk2"/>
              </a:buClr>
              <a:buSzPts val="1400"/>
              <a:buChar char="■"/>
              <a:defRPr/>
            </a:lvl1pPr>
            <a:lvl2pPr lvl="1" algn="ctr" rtl="0">
              <a:lnSpc>
                <a:spcPct val="115000"/>
              </a:lnSpc>
              <a:spcBef>
                <a:spcPts val="0"/>
              </a:spcBef>
              <a:spcAft>
                <a:spcPts val="0"/>
              </a:spcAft>
              <a:buSzPts val="1400"/>
              <a:buChar char="○"/>
              <a:defRPr/>
            </a:lvl2pPr>
            <a:lvl3pPr lvl="2" algn="ctr" rtl="0">
              <a:lnSpc>
                <a:spcPct val="115000"/>
              </a:lnSpc>
              <a:spcBef>
                <a:spcPts val="0"/>
              </a:spcBef>
              <a:spcAft>
                <a:spcPts val="0"/>
              </a:spcAft>
              <a:buSzPts val="1400"/>
              <a:buChar char="■"/>
              <a:defRPr/>
            </a:lvl3pPr>
            <a:lvl4pPr lvl="3" algn="ctr" rtl="0">
              <a:lnSpc>
                <a:spcPct val="115000"/>
              </a:lnSpc>
              <a:spcBef>
                <a:spcPts val="0"/>
              </a:spcBef>
              <a:spcAft>
                <a:spcPts val="0"/>
              </a:spcAft>
              <a:buSzPts val="1400"/>
              <a:buChar char="●"/>
              <a:defRPr/>
            </a:lvl4pPr>
            <a:lvl5pPr lvl="4" algn="ctr" rtl="0">
              <a:lnSpc>
                <a:spcPct val="115000"/>
              </a:lnSpc>
              <a:spcBef>
                <a:spcPts val="0"/>
              </a:spcBef>
              <a:spcAft>
                <a:spcPts val="0"/>
              </a:spcAft>
              <a:buSzPts val="1400"/>
              <a:buChar char="○"/>
              <a:defRPr/>
            </a:lvl5pPr>
            <a:lvl6pPr lvl="5" algn="ctr" rtl="0">
              <a:lnSpc>
                <a:spcPct val="115000"/>
              </a:lnSpc>
              <a:spcBef>
                <a:spcPts val="0"/>
              </a:spcBef>
              <a:spcAft>
                <a:spcPts val="0"/>
              </a:spcAft>
              <a:buSzPts val="1400"/>
              <a:buChar char="■"/>
              <a:defRPr/>
            </a:lvl6pPr>
            <a:lvl7pPr lvl="6" algn="ctr" rtl="0">
              <a:lnSpc>
                <a:spcPct val="115000"/>
              </a:lnSpc>
              <a:spcBef>
                <a:spcPts val="0"/>
              </a:spcBef>
              <a:spcAft>
                <a:spcPts val="0"/>
              </a:spcAft>
              <a:buSzPts val="1400"/>
              <a:buChar char="●"/>
              <a:defRPr/>
            </a:lvl7pPr>
            <a:lvl8pPr lvl="7" algn="ctr" rtl="0">
              <a:lnSpc>
                <a:spcPct val="115000"/>
              </a:lnSpc>
              <a:spcBef>
                <a:spcPts val="0"/>
              </a:spcBef>
              <a:spcAft>
                <a:spcPts val="0"/>
              </a:spcAft>
              <a:buSzPts val="1400"/>
              <a:buChar char="○"/>
              <a:defRPr/>
            </a:lvl8pPr>
            <a:lvl9pPr lvl="8" algn="ctr" rtl="0">
              <a:lnSpc>
                <a:spcPct val="115000"/>
              </a:lnSpc>
              <a:spcBef>
                <a:spcPts val="0"/>
              </a:spcBef>
              <a:spcAft>
                <a:spcPts val="0"/>
              </a:spcAft>
              <a:buSzPts val="1400"/>
              <a:buChar char="■"/>
              <a:defRPr/>
            </a:lvl9pPr>
          </a:lstStyle>
          <a:p>
            <a:endParaRPr/>
          </a:p>
        </p:txBody>
      </p:sp>
      <p:sp>
        <p:nvSpPr>
          <p:cNvPr id="171" name="Google Shape;171;p22"/>
          <p:cNvSpPr/>
          <p:nvPr/>
        </p:nvSpPr>
        <p:spPr>
          <a:xfrm rot="10800000" flipH="1">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22"/>
          <p:cNvGrpSpPr/>
          <p:nvPr/>
        </p:nvGrpSpPr>
        <p:grpSpPr>
          <a:xfrm rot="10800000" flipH="1">
            <a:off x="-55375" y="0"/>
            <a:ext cx="9199250" cy="4604000"/>
            <a:chOff x="-55375" y="539500"/>
            <a:chExt cx="9199250" cy="4604000"/>
          </a:xfrm>
        </p:grpSpPr>
        <p:cxnSp>
          <p:nvCxnSpPr>
            <p:cNvPr id="173" name="Google Shape;173;p22"/>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174" name="Google Shape;174;p22"/>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175" name="Google Shape;175;p2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
        <p:nvSpPr>
          <p:cNvPr id="176" name="Google Shape;176;p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3">
  <p:cSld name="CUSTOM_2_1_1_1_1_1_1">
    <p:spTree>
      <p:nvGrpSpPr>
        <p:cNvPr id="1" name="Shape 177"/>
        <p:cNvGrpSpPr/>
        <p:nvPr/>
      </p:nvGrpSpPr>
      <p:grpSpPr>
        <a:xfrm>
          <a:off x="0" y="0"/>
          <a:ext cx="0" cy="0"/>
          <a:chOff x="0" y="0"/>
          <a:chExt cx="0" cy="0"/>
        </a:xfrm>
      </p:grpSpPr>
      <p:sp>
        <p:nvSpPr>
          <p:cNvPr id="178" name="Google Shape;178;p23"/>
          <p:cNvSpPr txBox="1">
            <a:spLocks noGrp="1"/>
          </p:cNvSpPr>
          <p:nvPr>
            <p:ph type="title"/>
          </p:nvPr>
        </p:nvSpPr>
        <p:spPr>
          <a:xfrm>
            <a:off x="1262175" y="1405950"/>
            <a:ext cx="2630100" cy="1139100"/>
          </a:xfrm>
          <a:prstGeom prst="rect">
            <a:avLst/>
          </a:prstGeom>
        </p:spPr>
        <p:txBody>
          <a:bodyPr spcFirstLastPara="1" wrap="square" lIns="91425" tIns="91425" rIns="91425" bIns="91425" anchor="t" anchorCtr="0">
            <a:noAutofit/>
          </a:bodyPr>
          <a:lstStyle>
            <a:lvl1pPr lvl="0" algn="l"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179" name="Google Shape;179;p23"/>
          <p:cNvSpPr txBox="1">
            <a:spLocks noGrp="1"/>
          </p:cNvSpPr>
          <p:nvPr>
            <p:ph type="subTitle" idx="1"/>
          </p:nvPr>
        </p:nvSpPr>
        <p:spPr>
          <a:xfrm>
            <a:off x="1262175" y="2545038"/>
            <a:ext cx="2630100" cy="11436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80" name="Google Shape;180;p23"/>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1" name="Google Shape;181;p23"/>
          <p:cNvGrpSpPr/>
          <p:nvPr/>
        </p:nvGrpSpPr>
        <p:grpSpPr>
          <a:xfrm rot="10800000">
            <a:off x="0" y="363100"/>
            <a:ext cx="8860200" cy="4780400"/>
            <a:chOff x="283800" y="0"/>
            <a:chExt cx="8860200" cy="4780400"/>
          </a:xfrm>
        </p:grpSpPr>
        <p:cxnSp>
          <p:nvCxnSpPr>
            <p:cNvPr id="182" name="Google Shape;182;p23"/>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183" name="Google Shape;183;p23"/>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184" name="Google Shape;184;p2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4">
  <p:cSld name="CUSTOM_2_1_1_1_1_1_1_1">
    <p:spTree>
      <p:nvGrpSpPr>
        <p:cNvPr id="1" name="Shape 185"/>
        <p:cNvGrpSpPr/>
        <p:nvPr/>
      </p:nvGrpSpPr>
      <p:grpSpPr>
        <a:xfrm>
          <a:off x="0" y="0"/>
          <a:ext cx="0" cy="0"/>
          <a:chOff x="0" y="0"/>
          <a:chExt cx="0" cy="0"/>
        </a:xfrm>
      </p:grpSpPr>
      <p:sp>
        <p:nvSpPr>
          <p:cNvPr id="186" name="Google Shape;186;p24"/>
          <p:cNvSpPr txBox="1">
            <a:spLocks noGrp="1"/>
          </p:cNvSpPr>
          <p:nvPr>
            <p:ph type="title"/>
          </p:nvPr>
        </p:nvSpPr>
        <p:spPr>
          <a:xfrm>
            <a:off x="4746788" y="1405950"/>
            <a:ext cx="2630100" cy="1139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3100"/>
              <a:buNone/>
              <a:defRPr/>
            </a:lvl1pPr>
            <a:lvl2pPr lvl="1" algn="r" rtl="0">
              <a:spcBef>
                <a:spcPts val="0"/>
              </a:spcBef>
              <a:spcAft>
                <a:spcPts val="0"/>
              </a:spcAft>
              <a:buSzPts val="3100"/>
              <a:buNone/>
              <a:defRPr/>
            </a:lvl2pPr>
            <a:lvl3pPr lvl="2" algn="r" rtl="0">
              <a:spcBef>
                <a:spcPts val="0"/>
              </a:spcBef>
              <a:spcAft>
                <a:spcPts val="0"/>
              </a:spcAft>
              <a:buSzPts val="3100"/>
              <a:buNone/>
              <a:defRPr/>
            </a:lvl3pPr>
            <a:lvl4pPr lvl="3" algn="r" rtl="0">
              <a:spcBef>
                <a:spcPts val="0"/>
              </a:spcBef>
              <a:spcAft>
                <a:spcPts val="0"/>
              </a:spcAft>
              <a:buSzPts val="3100"/>
              <a:buNone/>
              <a:defRPr/>
            </a:lvl4pPr>
            <a:lvl5pPr lvl="4" algn="r" rtl="0">
              <a:spcBef>
                <a:spcPts val="0"/>
              </a:spcBef>
              <a:spcAft>
                <a:spcPts val="0"/>
              </a:spcAft>
              <a:buSzPts val="3100"/>
              <a:buNone/>
              <a:defRPr/>
            </a:lvl5pPr>
            <a:lvl6pPr lvl="5" algn="r" rtl="0">
              <a:spcBef>
                <a:spcPts val="0"/>
              </a:spcBef>
              <a:spcAft>
                <a:spcPts val="0"/>
              </a:spcAft>
              <a:buSzPts val="3100"/>
              <a:buNone/>
              <a:defRPr/>
            </a:lvl6pPr>
            <a:lvl7pPr lvl="6" algn="r" rtl="0">
              <a:spcBef>
                <a:spcPts val="0"/>
              </a:spcBef>
              <a:spcAft>
                <a:spcPts val="0"/>
              </a:spcAft>
              <a:buSzPts val="3100"/>
              <a:buNone/>
              <a:defRPr/>
            </a:lvl7pPr>
            <a:lvl8pPr lvl="7" algn="r" rtl="0">
              <a:spcBef>
                <a:spcPts val="0"/>
              </a:spcBef>
              <a:spcAft>
                <a:spcPts val="0"/>
              </a:spcAft>
              <a:buSzPts val="3100"/>
              <a:buNone/>
              <a:defRPr/>
            </a:lvl8pPr>
            <a:lvl9pPr lvl="8" algn="r" rtl="0">
              <a:spcBef>
                <a:spcPts val="0"/>
              </a:spcBef>
              <a:spcAft>
                <a:spcPts val="0"/>
              </a:spcAft>
              <a:buSzPts val="3100"/>
              <a:buNone/>
              <a:defRPr/>
            </a:lvl9pPr>
          </a:lstStyle>
          <a:p>
            <a:endParaRPr/>
          </a:p>
        </p:txBody>
      </p:sp>
      <p:sp>
        <p:nvSpPr>
          <p:cNvPr id="187" name="Google Shape;187;p24"/>
          <p:cNvSpPr txBox="1">
            <a:spLocks noGrp="1"/>
          </p:cNvSpPr>
          <p:nvPr>
            <p:ph type="subTitle" idx="1"/>
          </p:nvPr>
        </p:nvSpPr>
        <p:spPr>
          <a:xfrm>
            <a:off x="4746788" y="2545038"/>
            <a:ext cx="2630100" cy="11436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1400"/>
              <a:buNone/>
              <a:defRPr/>
            </a:lvl1pPr>
            <a:lvl2pPr lvl="1" algn="r" rtl="0">
              <a:lnSpc>
                <a:spcPct val="115000"/>
              </a:lnSpc>
              <a:spcBef>
                <a:spcPts val="0"/>
              </a:spcBef>
              <a:spcAft>
                <a:spcPts val="0"/>
              </a:spcAft>
              <a:buSzPts val="1400"/>
              <a:buNone/>
              <a:defRPr/>
            </a:lvl2pPr>
            <a:lvl3pPr lvl="2" algn="r" rtl="0">
              <a:lnSpc>
                <a:spcPct val="115000"/>
              </a:lnSpc>
              <a:spcBef>
                <a:spcPts val="0"/>
              </a:spcBef>
              <a:spcAft>
                <a:spcPts val="0"/>
              </a:spcAft>
              <a:buSzPts val="1400"/>
              <a:buNone/>
              <a:defRPr/>
            </a:lvl3pPr>
            <a:lvl4pPr lvl="3" algn="r" rtl="0">
              <a:lnSpc>
                <a:spcPct val="115000"/>
              </a:lnSpc>
              <a:spcBef>
                <a:spcPts val="0"/>
              </a:spcBef>
              <a:spcAft>
                <a:spcPts val="0"/>
              </a:spcAft>
              <a:buSzPts val="1400"/>
              <a:buNone/>
              <a:defRPr/>
            </a:lvl4pPr>
            <a:lvl5pPr lvl="4" algn="r" rtl="0">
              <a:lnSpc>
                <a:spcPct val="115000"/>
              </a:lnSpc>
              <a:spcBef>
                <a:spcPts val="0"/>
              </a:spcBef>
              <a:spcAft>
                <a:spcPts val="0"/>
              </a:spcAft>
              <a:buSzPts val="1400"/>
              <a:buNone/>
              <a:defRPr/>
            </a:lvl5pPr>
            <a:lvl6pPr lvl="5" algn="r" rtl="0">
              <a:lnSpc>
                <a:spcPct val="115000"/>
              </a:lnSpc>
              <a:spcBef>
                <a:spcPts val="0"/>
              </a:spcBef>
              <a:spcAft>
                <a:spcPts val="0"/>
              </a:spcAft>
              <a:buSzPts val="1400"/>
              <a:buNone/>
              <a:defRPr/>
            </a:lvl6pPr>
            <a:lvl7pPr lvl="6" algn="r" rtl="0">
              <a:lnSpc>
                <a:spcPct val="115000"/>
              </a:lnSpc>
              <a:spcBef>
                <a:spcPts val="0"/>
              </a:spcBef>
              <a:spcAft>
                <a:spcPts val="0"/>
              </a:spcAft>
              <a:buSzPts val="1400"/>
              <a:buNone/>
              <a:defRPr/>
            </a:lvl7pPr>
            <a:lvl8pPr lvl="7" algn="r" rtl="0">
              <a:lnSpc>
                <a:spcPct val="115000"/>
              </a:lnSpc>
              <a:spcBef>
                <a:spcPts val="0"/>
              </a:spcBef>
              <a:spcAft>
                <a:spcPts val="0"/>
              </a:spcAft>
              <a:buSzPts val="1400"/>
              <a:buNone/>
              <a:defRPr/>
            </a:lvl8pPr>
            <a:lvl9pPr lvl="8" algn="r" rtl="0">
              <a:lnSpc>
                <a:spcPct val="115000"/>
              </a:lnSpc>
              <a:spcBef>
                <a:spcPts val="0"/>
              </a:spcBef>
              <a:spcAft>
                <a:spcPts val="0"/>
              </a:spcAft>
              <a:buSzPts val="1400"/>
              <a:buNone/>
              <a:defRPr/>
            </a:lvl9pPr>
          </a:lstStyle>
          <a:p>
            <a:endParaRPr/>
          </a:p>
        </p:txBody>
      </p:sp>
      <p:grpSp>
        <p:nvGrpSpPr>
          <p:cNvPr id="188" name="Google Shape;188;p24"/>
          <p:cNvGrpSpPr/>
          <p:nvPr/>
        </p:nvGrpSpPr>
        <p:grpSpPr>
          <a:xfrm flipH="1">
            <a:off x="0" y="0"/>
            <a:ext cx="9144075" cy="5143500"/>
            <a:chOff x="0" y="0"/>
            <a:chExt cx="9144075" cy="5143500"/>
          </a:xfrm>
        </p:grpSpPr>
        <p:grpSp>
          <p:nvGrpSpPr>
            <p:cNvPr id="189" name="Google Shape;189;p24"/>
            <p:cNvGrpSpPr/>
            <p:nvPr/>
          </p:nvGrpSpPr>
          <p:grpSpPr>
            <a:xfrm>
              <a:off x="0" y="0"/>
              <a:ext cx="9144075" cy="5143500"/>
              <a:chOff x="0" y="0"/>
              <a:chExt cx="9144075" cy="5143500"/>
            </a:xfrm>
          </p:grpSpPr>
          <p:sp>
            <p:nvSpPr>
              <p:cNvPr id="190" name="Google Shape;190;p24"/>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24"/>
            <p:cNvGrpSpPr/>
            <p:nvPr/>
          </p:nvGrpSpPr>
          <p:grpSpPr>
            <a:xfrm>
              <a:off x="150" y="539500"/>
              <a:ext cx="8430625" cy="4604000"/>
              <a:chOff x="150" y="539500"/>
              <a:chExt cx="8430625" cy="4604000"/>
            </a:xfrm>
          </p:grpSpPr>
          <p:cxnSp>
            <p:nvCxnSpPr>
              <p:cNvPr id="193" name="Google Shape;193;p2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194" name="Google Shape;194;p2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
        <p:nvSpPr>
          <p:cNvPr id="195" name="Google Shape;195;p2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196"/>
        <p:cNvGrpSpPr/>
        <p:nvPr/>
      </p:nvGrpSpPr>
      <p:grpSpPr>
        <a:xfrm>
          <a:off x="0" y="0"/>
          <a:ext cx="0" cy="0"/>
          <a:chOff x="0" y="0"/>
          <a:chExt cx="0" cy="0"/>
        </a:xfrm>
      </p:grpSpPr>
      <p:sp>
        <p:nvSpPr>
          <p:cNvPr id="197" name="Google Shape;197;p2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198" name="Google Shape;198;p25"/>
          <p:cNvSpPr txBox="1">
            <a:spLocks noGrp="1"/>
          </p:cNvSpPr>
          <p:nvPr>
            <p:ph type="body" idx="1"/>
          </p:nvPr>
        </p:nvSpPr>
        <p:spPr>
          <a:xfrm>
            <a:off x="713225" y="1682875"/>
            <a:ext cx="3780900" cy="2734800"/>
          </a:xfrm>
          <a:prstGeom prst="rect">
            <a:avLst/>
          </a:prstGeom>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Char char="■"/>
              <a:defRPr/>
            </a:lvl1pPr>
            <a:lvl2pPr marL="914400" lvl="1" indent="-317500" rtl="0">
              <a:lnSpc>
                <a:spcPct val="115000"/>
              </a:lnSpc>
              <a:spcBef>
                <a:spcPts val="0"/>
              </a:spcBef>
              <a:spcAft>
                <a:spcPts val="0"/>
              </a:spcAft>
              <a:buSzPts val="1400"/>
              <a:buFont typeface="Chivo"/>
              <a:buChar char="○"/>
              <a:defRPr/>
            </a:lvl2pPr>
            <a:lvl3pPr marL="1371600" lvl="2" indent="-317500" rtl="0">
              <a:lnSpc>
                <a:spcPct val="115000"/>
              </a:lnSpc>
              <a:spcBef>
                <a:spcPts val="1600"/>
              </a:spcBef>
              <a:spcAft>
                <a:spcPts val="0"/>
              </a:spcAft>
              <a:buSzPts val="1400"/>
              <a:buFont typeface="Chivo"/>
              <a:buChar char="■"/>
              <a:defRPr/>
            </a:lvl3pPr>
            <a:lvl4pPr marL="1828800" lvl="3" indent="-317500" rtl="0">
              <a:lnSpc>
                <a:spcPct val="115000"/>
              </a:lnSpc>
              <a:spcBef>
                <a:spcPts val="1600"/>
              </a:spcBef>
              <a:spcAft>
                <a:spcPts val="0"/>
              </a:spcAft>
              <a:buSzPts val="1400"/>
              <a:buFont typeface="Chivo"/>
              <a:buChar char="●"/>
              <a:defRPr/>
            </a:lvl4pPr>
            <a:lvl5pPr marL="2286000" lvl="4" indent="-317500" rtl="0">
              <a:lnSpc>
                <a:spcPct val="115000"/>
              </a:lnSpc>
              <a:spcBef>
                <a:spcPts val="1600"/>
              </a:spcBef>
              <a:spcAft>
                <a:spcPts val="0"/>
              </a:spcAft>
              <a:buSzPts val="1400"/>
              <a:buFont typeface="Chivo"/>
              <a:buChar char="○"/>
              <a:defRPr/>
            </a:lvl5pPr>
            <a:lvl6pPr marL="2743200" lvl="5" indent="-317500" rtl="0">
              <a:lnSpc>
                <a:spcPct val="115000"/>
              </a:lnSpc>
              <a:spcBef>
                <a:spcPts val="1600"/>
              </a:spcBef>
              <a:spcAft>
                <a:spcPts val="0"/>
              </a:spcAft>
              <a:buSzPts val="1400"/>
              <a:buFont typeface="Chivo"/>
              <a:buChar char="■"/>
              <a:defRPr/>
            </a:lvl6pPr>
            <a:lvl7pPr marL="3200400" lvl="6" indent="-317500" rtl="0">
              <a:lnSpc>
                <a:spcPct val="115000"/>
              </a:lnSpc>
              <a:spcBef>
                <a:spcPts val="1600"/>
              </a:spcBef>
              <a:spcAft>
                <a:spcPts val="0"/>
              </a:spcAft>
              <a:buSzPts val="1400"/>
              <a:buFont typeface="Chivo"/>
              <a:buChar char="●"/>
              <a:defRPr/>
            </a:lvl7pPr>
            <a:lvl8pPr marL="3657600" lvl="7" indent="-317500" rtl="0">
              <a:lnSpc>
                <a:spcPct val="115000"/>
              </a:lnSpc>
              <a:spcBef>
                <a:spcPts val="1600"/>
              </a:spcBef>
              <a:spcAft>
                <a:spcPts val="0"/>
              </a:spcAft>
              <a:buSzPts val="1400"/>
              <a:buFont typeface="Chivo"/>
              <a:buChar char="○"/>
              <a:defRPr/>
            </a:lvl8pPr>
            <a:lvl9pPr marL="4114800" lvl="8" indent="-317500" rtl="0">
              <a:lnSpc>
                <a:spcPct val="115000"/>
              </a:lnSpc>
              <a:spcBef>
                <a:spcPts val="1600"/>
              </a:spcBef>
              <a:spcAft>
                <a:spcPts val="1600"/>
              </a:spcAft>
              <a:buSzPts val="1400"/>
              <a:buFont typeface="Chivo"/>
              <a:buChar char="■"/>
              <a:defRPr/>
            </a:lvl9pPr>
          </a:lstStyle>
          <a:p>
            <a:endParaRPr/>
          </a:p>
        </p:txBody>
      </p:sp>
      <p:sp>
        <p:nvSpPr>
          <p:cNvPr id="199" name="Google Shape;199;p25"/>
          <p:cNvSpPr txBox="1">
            <a:spLocks noGrp="1"/>
          </p:cNvSpPr>
          <p:nvPr>
            <p:ph type="body" idx="2"/>
          </p:nvPr>
        </p:nvSpPr>
        <p:spPr>
          <a:xfrm>
            <a:off x="4651325" y="1682875"/>
            <a:ext cx="3780900" cy="2734800"/>
          </a:xfrm>
          <a:prstGeom prst="rect">
            <a:avLst/>
          </a:prstGeom>
        </p:spPr>
        <p:txBody>
          <a:bodyPr spcFirstLastPara="1" wrap="square" lIns="91425" tIns="91425" rIns="91425" bIns="91425" anchor="t" anchorCtr="0">
            <a:noAutofit/>
          </a:bodyPr>
          <a:lstStyle>
            <a:lvl1pPr marL="457200" lvl="0" indent="-311150" rtl="0">
              <a:lnSpc>
                <a:spcPct val="115000"/>
              </a:lnSpc>
              <a:spcBef>
                <a:spcPts val="0"/>
              </a:spcBef>
              <a:spcAft>
                <a:spcPts val="0"/>
              </a:spcAft>
              <a:buClr>
                <a:schemeClr val="dk2"/>
              </a:buClr>
              <a:buSzPts val="1300"/>
              <a:buChar char="■"/>
              <a:defRPr/>
            </a:lvl1pPr>
            <a:lvl2pPr marL="914400" lvl="1" indent="-317500" rtl="0">
              <a:lnSpc>
                <a:spcPct val="115000"/>
              </a:lnSpc>
              <a:spcBef>
                <a:spcPts val="0"/>
              </a:spcBef>
              <a:spcAft>
                <a:spcPts val="0"/>
              </a:spcAft>
              <a:buSzPts val="1400"/>
              <a:buFont typeface="Chivo"/>
              <a:buChar char="○"/>
              <a:defRPr/>
            </a:lvl2pPr>
            <a:lvl3pPr marL="1371600" lvl="2" indent="-317500" rtl="0">
              <a:lnSpc>
                <a:spcPct val="115000"/>
              </a:lnSpc>
              <a:spcBef>
                <a:spcPts val="1600"/>
              </a:spcBef>
              <a:spcAft>
                <a:spcPts val="0"/>
              </a:spcAft>
              <a:buSzPts val="1400"/>
              <a:buFont typeface="Chivo"/>
              <a:buChar char="■"/>
              <a:defRPr/>
            </a:lvl3pPr>
            <a:lvl4pPr marL="1828800" lvl="3" indent="-317500" rtl="0">
              <a:lnSpc>
                <a:spcPct val="115000"/>
              </a:lnSpc>
              <a:spcBef>
                <a:spcPts val="1600"/>
              </a:spcBef>
              <a:spcAft>
                <a:spcPts val="0"/>
              </a:spcAft>
              <a:buSzPts val="1400"/>
              <a:buFont typeface="Chivo"/>
              <a:buChar char="●"/>
              <a:defRPr/>
            </a:lvl4pPr>
            <a:lvl5pPr marL="2286000" lvl="4" indent="-317500" rtl="0">
              <a:lnSpc>
                <a:spcPct val="115000"/>
              </a:lnSpc>
              <a:spcBef>
                <a:spcPts val="1600"/>
              </a:spcBef>
              <a:spcAft>
                <a:spcPts val="0"/>
              </a:spcAft>
              <a:buSzPts val="1400"/>
              <a:buFont typeface="Chivo"/>
              <a:buChar char="○"/>
              <a:defRPr/>
            </a:lvl5pPr>
            <a:lvl6pPr marL="2743200" lvl="5" indent="-317500" rtl="0">
              <a:lnSpc>
                <a:spcPct val="115000"/>
              </a:lnSpc>
              <a:spcBef>
                <a:spcPts val="1600"/>
              </a:spcBef>
              <a:spcAft>
                <a:spcPts val="0"/>
              </a:spcAft>
              <a:buSzPts val="1400"/>
              <a:buFont typeface="Chivo"/>
              <a:buChar char="■"/>
              <a:defRPr/>
            </a:lvl6pPr>
            <a:lvl7pPr marL="3200400" lvl="6" indent="-317500" rtl="0">
              <a:lnSpc>
                <a:spcPct val="115000"/>
              </a:lnSpc>
              <a:spcBef>
                <a:spcPts val="1600"/>
              </a:spcBef>
              <a:spcAft>
                <a:spcPts val="0"/>
              </a:spcAft>
              <a:buSzPts val="1400"/>
              <a:buFont typeface="Chivo"/>
              <a:buChar char="●"/>
              <a:defRPr/>
            </a:lvl7pPr>
            <a:lvl8pPr marL="3657600" lvl="7" indent="-317500" rtl="0">
              <a:lnSpc>
                <a:spcPct val="115000"/>
              </a:lnSpc>
              <a:spcBef>
                <a:spcPts val="1600"/>
              </a:spcBef>
              <a:spcAft>
                <a:spcPts val="0"/>
              </a:spcAft>
              <a:buSzPts val="1400"/>
              <a:buFont typeface="Chivo"/>
              <a:buChar char="○"/>
              <a:defRPr/>
            </a:lvl8pPr>
            <a:lvl9pPr marL="4114800" lvl="8" indent="-317500" rtl="0">
              <a:lnSpc>
                <a:spcPct val="115000"/>
              </a:lnSpc>
              <a:spcBef>
                <a:spcPts val="1600"/>
              </a:spcBef>
              <a:spcAft>
                <a:spcPts val="1600"/>
              </a:spcAft>
              <a:buSzPts val="1400"/>
              <a:buFont typeface="Chivo"/>
              <a:buChar char="■"/>
              <a:defRPr/>
            </a:lvl9pPr>
          </a:lstStyle>
          <a:p>
            <a:endParaRPr/>
          </a:p>
        </p:txBody>
      </p:sp>
      <p:sp>
        <p:nvSpPr>
          <p:cNvPr id="200" name="Google Shape;200;p25"/>
          <p:cNvSpPr txBox="1">
            <a:spLocks noGrp="1"/>
          </p:cNvSpPr>
          <p:nvPr>
            <p:ph type="subTitle" idx="3"/>
          </p:nvPr>
        </p:nvSpPr>
        <p:spPr>
          <a:xfrm>
            <a:off x="713250" y="1217050"/>
            <a:ext cx="7717500" cy="4002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1" name="Google Shape;201;p25"/>
          <p:cNvSpPr/>
          <p:nvPr/>
        </p:nvSpPr>
        <p:spPr>
          <a:xfrm flipH="1">
            <a:off x="71340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2" name="Google Shape;202;p25"/>
          <p:cNvGrpSpPr/>
          <p:nvPr/>
        </p:nvGrpSpPr>
        <p:grpSpPr>
          <a:xfrm>
            <a:off x="283800" y="-4100"/>
            <a:ext cx="8576400" cy="5147625"/>
            <a:chOff x="283800" y="-4100"/>
            <a:chExt cx="8576400" cy="5147625"/>
          </a:xfrm>
        </p:grpSpPr>
        <p:cxnSp>
          <p:nvCxnSpPr>
            <p:cNvPr id="203" name="Google Shape;203;p25"/>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04" name="Google Shape;204;p25"/>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
        <p:nvSpPr>
          <p:cNvPr id="205" name="Google Shape;205;p2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wo columns 2">
  <p:cSld name="CUSTOM_3_1">
    <p:spTree>
      <p:nvGrpSpPr>
        <p:cNvPr id="1" name="Shape 206"/>
        <p:cNvGrpSpPr/>
        <p:nvPr/>
      </p:nvGrpSpPr>
      <p:grpSpPr>
        <a:xfrm>
          <a:off x="0" y="0"/>
          <a:ext cx="0" cy="0"/>
          <a:chOff x="0" y="0"/>
          <a:chExt cx="0" cy="0"/>
        </a:xfrm>
      </p:grpSpPr>
      <p:sp>
        <p:nvSpPr>
          <p:cNvPr id="207" name="Google Shape;207;p2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08" name="Google Shape;208;p26"/>
          <p:cNvSpPr txBox="1">
            <a:spLocks noGrp="1"/>
          </p:cNvSpPr>
          <p:nvPr>
            <p:ph type="subTitle" idx="1"/>
          </p:nvPr>
        </p:nvSpPr>
        <p:spPr>
          <a:xfrm>
            <a:off x="110687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09" name="Google Shape;209;p26"/>
          <p:cNvSpPr txBox="1">
            <a:spLocks noGrp="1"/>
          </p:cNvSpPr>
          <p:nvPr>
            <p:ph type="subTitle" idx="2"/>
          </p:nvPr>
        </p:nvSpPr>
        <p:spPr>
          <a:xfrm>
            <a:off x="4836725" y="1964500"/>
            <a:ext cx="3200400" cy="1887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10" name="Google Shape;210;p26"/>
          <p:cNvSpPr/>
          <p:nvPr/>
        </p:nvSpPr>
        <p:spPr>
          <a:xfrm rot="10800000">
            <a:off x="8860200"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1" name="Google Shape;211;p26"/>
          <p:cNvGrpSpPr/>
          <p:nvPr/>
        </p:nvGrpSpPr>
        <p:grpSpPr>
          <a:xfrm rot="10800000">
            <a:off x="-125" y="267450"/>
            <a:ext cx="9002225" cy="4876050"/>
            <a:chOff x="141900" y="-26"/>
            <a:chExt cx="9002225" cy="4876050"/>
          </a:xfrm>
        </p:grpSpPr>
        <p:cxnSp>
          <p:nvCxnSpPr>
            <p:cNvPr id="212" name="Google Shape;212;p26"/>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213" name="Google Shape;213;p26"/>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
        <p:nvSpPr>
          <p:cNvPr id="214" name="Google Shape;214;p26"/>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215"/>
        <p:cNvGrpSpPr/>
        <p:nvPr/>
      </p:nvGrpSpPr>
      <p:grpSpPr>
        <a:xfrm>
          <a:off x="0" y="0"/>
          <a:ext cx="0" cy="0"/>
          <a:chOff x="0" y="0"/>
          <a:chExt cx="0" cy="0"/>
        </a:xfrm>
      </p:grpSpPr>
      <p:sp>
        <p:nvSpPr>
          <p:cNvPr id="216" name="Google Shape;216;p2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17" name="Google Shape;217;p27"/>
          <p:cNvSpPr txBox="1">
            <a:spLocks noGrp="1"/>
          </p:cNvSpPr>
          <p:nvPr>
            <p:ph type="subTitle" idx="1"/>
          </p:nvPr>
        </p:nvSpPr>
        <p:spPr>
          <a:xfrm>
            <a:off x="713263"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18" name="Google Shape;218;p27"/>
          <p:cNvSpPr txBox="1">
            <a:spLocks noGrp="1"/>
          </p:cNvSpPr>
          <p:nvPr>
            <p:ph type="subTitle" idx="2"/>
          </p:nvPr>
        </p:nvSpPr>
        <p:spPr>
          <a:xfrm>
            <a:off x="713263" y="2785375"/>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19" name="Google Shape;219;p27"/>
          <p:cNvSpPr txBox="1">
            <a:spLocks noGrp="1"/>
          </p:cNvSpPr>
          <p:nvPr>
            <p:ph type="subTitle" idx="3"/>
          </p:nvPr>
        </p:nvSpPr>
        <p:spPr>
          <a:xfrm>
            <a:off x="6030438"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0" name="Google Shape;220;p27"/>
          <p:cNvSpPr txBox="1">
            <a:spLocks noGrp="1"/>
          </p:cNvSpPr>
          <p:nvPr>
            <p:ph type="subTitle" idx="4"/>
          </p:nvPr>
        </p:nvSpPr>
        <p:spPr>
          <a:xfrm>
            <a:off x="6030438" y="2782400"/>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1" name="Google Shape;221;p27"/>
          <p:cNvSpPr txBox="1">
            <a:spLocks noGrp="1"/>
          </p:cNvSpPr>
          <p:nvPr>
            <p:ph type="subTitle" idx="5"/>
          </p:nvPr>
        </p:nvSpPr>
        <p:spPr>
          <a:xfrm>
            <a:off x="3371850" y="3406527"/>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2" name="Google Shape;222;p27"/>
          <p:cNvSpPr txBox="1">
            <a:spLocks noGrp="1"/>
          </p:cNvSpPr>
          <p:nvPr>
            <p:ph type="subTitle" idx="6"/>
          </p:nvPr>
        </p:nvSpPr>
        <p:spPr>
          <a:xfrm>
            <a:off x="3371850" y="2782400"/>
            <a:ext cx="2400300" cy="554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3" name="Google Shape;223;p2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1">
  <p:cSld name="CUSTOM_5">
    <p:spTree>
      <p:nvGrpSpPr>
        <p:cNvPr id="1" name="Shape 224"/>
        <p:cNvGrpSpPr/>
        <p:nvPr/>
      </p:nvGrpSpPr>
      <p:grpSpPr>
        <a:xfrm>
          <a:off x="0" y="0"/>
          <a:ext cx="0" cy="0"/>
          <a:chOff x="0" y="0"/>
          <a:chExt cx="0" cy="0"/>
        </a:xfrm>
      </p:grpSpPr>
      <p:sp>
        <p:nvSpPr>
          <p:cNvPr id="225" name="Google Shape;225;p2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26" name="Google Shape;226;p28"/>
          <p:cNvSpPr txBox="1">
            <a:spLocks noGrp="1"/>
          </p:cNvSpPr>
          <p:nvPr>
            <p:ph type="subTitle" idx="1"/>
          </p:nvPr>
        </p:nvSpPr>
        <p:spPr>
          <a:xfrm>
            <a:off x="865625"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7" name="Google Shape;227;p28"/>
          <p:cNvSpPr txBox="1">
            <a:spLocks noGrp="1"/>
          </p:cNvSpPr>
          <p:nvPr>
            <p:ph type="subTitle" idx="2"/>
          </p:nvPr>
        </p:nvSpPr>
        <p:spPr>
          <a:xfrm>
            <a:off x="865625"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28" name="Google Shape;228;p28"/>
          <p:cNvSpPr txBox="1">
            <a:spLocks noGrp="1"/>
          </p:cNvSpPr>
          <p:nvPr>
            <p:ph type="subTitle" idx="3"/>
          </p:nvPr>
        </p:nvSpPr>
        <p:spPr>
          <a:xfrm>
            <a:off x="6015775"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29" name="Google Shape;229;p28"/>
          <p:cNvSpPr txBox="1">
            <a:spLocks noGrp="1"/>
          </p:cNvSpPr>
          <p:nvPr>
            <p:ph type="subTitle" idx="4"/>
          </p:nvPr>
        </p:nvSpPr>
        <p:spPr>
          <a:xfrm>
            <a:off x="6015775"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0" name="Google Shape;230;p28"/>
          <p:cNvSpPr txBox="1">
            <a:spLocks noGrp="1"/>
          </p:cNvSpPr>
          <p:nvPr>
            <p:ph type="subTitle" idx="5"/>
          </p:nvPr>
        </p:nvSpPr>
        <p:spPr>
          <a:xfrm>
            <a:off x="3440700" y="3694227"/>
            <a:ext cx="2262600" cy="648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31" name="Google Shape;231;p28"/>
          <p:cNvSpPr txBox="1">
            <a:spLocks noGrp="1"/>
          </p:cNvSpPr>
          <p:nvPr>
            <p:ph type="subTitle" idx="6"/>
          </p:nvPr>
        </p:nvSpPr>
        <p:spPr>
          <a:xfrm>
            <a:off x="3440700" y="3103975"/>
            <a:ext cx="22626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32" name="Google Shape;232;p28"/>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33" name="Google Shape;233;p28"/>
          <p:cNvGrpSpPr/>
          <p:nvPr/>
        </p:nvGrpSpPr>
        <p:grpSpPr>
          <a:xfrm>
            <a:off x="283800" y="-48"/>
            <a:ext cx="8860200" cy="5009873"/>
            <a:chOff x="283800" y="-48"/>
            <a:chExt cx="8860200" cy="5009873"/>
          </a:xfrm>
        </p:grpSpPr>
        <p:cxnSp>
          <p:nvCxnSpPr>
            <p:cNvPr id="234" name="Google Shape;234;p28"/>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235" name="Google Shape;235;p28"/>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
        <p:nvSpPr>
          <p:cNvPr id="236" name="Google Shape;236;p2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237"/>
        <p:cNvGrpSpPr/>
        <p:nvPr/>
      </p:nvGrpSpPr>
      <p:grpSpPr>
        <a:xfrm>
          <a:off x="0" y="0"/>
          <a:ext cx="0" cy="0"/>
          <a:chOff x="0" y="0"/>
          <a:chExt cx="0" cy="0"/>
        </a:xfrm>
      </p:grpSpPr>
      <p:sp>
        <p:nvSpPr>
          <p:cNvPr id="238" name="Google Shape;238;p2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239" name="Google Shape;239;p29"/>
          <p:cNvSpPr txBox="1">
            <a:spLocks noGrp="1"/>
          </p:cNvSpPr>
          <p:nvPr>
            <p:ph type="subTitle" idx="1"/>
          </p:nvPr>
        </p:nvSpPr>
        <p:spPr>
          <a:xfrm>
            <a:off x="1877250" y="1850002"/>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40" name="Google Shape;240;p29"/>
          <p:cNvSpPr txBox="1">
            <a:spLocks noGrp="1"/>
          </p:cNvSpPr>
          <p:nvPr>
            <p:ph type="subTitle" idx="2"/>
          </p:nvPr>
        </p:nvSpPr>
        <p:spPr>
          <a:xfrm>
            <a:off x="1877250" y="1375200"/>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1" name="Google Shape;241;p29"/>
          <p:cNvSpPr txBox="1">
            <a:spLocks noGrp="1"/>
          </p:cNvSpPr>
          <p:nvPr>
            <p:ph type="subTitle" idx="3"/>
          </p:nvPr>
        </p:nvSpPr>
        <p:spPr>
          <a:xfrm>
            <a:off x="1877250" y="3515601"/>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42" name="Google Shape;242;p29"/>
          <p:cNvSpPr txBox="1">
            <a:spLocks noGrp="1"/>
          </p:cNvSpPr>
          <p:nvPr>
            <p:ph type="subTitle" idx="4"/>
          </p:nvPr>
        </p:nvSpPr>
        <p:spPr>
          <a:xfrm>
            <a:off x="1877250" y="3040799"/>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3" name="Google Shape;243;p29"/>
          <p:cNvSpPr txBox="1">
            <a:spLocks noGrp="1"/>
          </p:cNvSpPr>
          <p:nvPr>
            <p:ph type="subTitle" idx="5"/>
          </p:nvPr>
        </p:nvSpPr>
        <p:spPr>
          <a:xfrm>
            <a:off x="6112075" y="1850002"/>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44" name="Google Shape;244;p29"/>
          <p:cNvSpPr txBox="1">
            <a:spLocks noGrp="1"/>
          </p:cNvSpPr>
          <p:nvPr>
            <p:ph type="subTitle" idx="6"/>
          </p:nvPr>
        </p:nvSpPr>
        <p:spPr>
          <a:xfrm>
            <a:off x="6112075" y="1375200"/>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5" name="Google Shape;245;p29"/>
          <p:cNvSpPr txBox="1">
            <a:spLocks noGrp="1"/>
          </p:cNvSpPr>
          <p:nvPr>
            <p:ph type="subTitle" idx="7"/>
          </p:nvPr>
        </p:nvSpPr>
        <p:spPr>
          <a:xfrm>
            <a:off x="6112075" y="3515601"/>
            <a:ext cx="2318700" cy="8958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246" name="Google Shape;246;p29"/>
          <p:cNvSpPr txBox="1">
            <a:spLocks noGrp="1"/>
          </p:cNvSpPr>
          <p:nvPr>
            <p:ph type="subTitle" idx="8"/>
          </p:nvPr>
        </p:nvSpPr>
        <p:spPr>
          <a:xfrm>
            <a:off x="6112075" y="3040799"/>
            <a:ext cx="2318700" cy="5232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47" name="Google Shape;247;p29"/>
          <p:cNvSpPr/>
          <p:nvPr/>
        </p:nvSpPr>
        <p:spPr>
          <a:xfrm flipH="1">
            <a:off x="886020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48" name="Google Shape;248;p29"/>
          <p:cNvCxnSpPr/>
          <p:nvPr/>
        </p:nvCxnSpPr>
        <p:spPr>
          <a:xfrm rot="10800000">
            <a:off x="9002100" y="-26"/>
            <a:ext cx="0" cy="3958500"/>
          </a:xfrm>
          <a:prstGeom prst="straightConnector1">
            <a:avLst/>
          </a:prstGeom>
          <a:noFill/>
          <a:ln w="9525" cap="flat" cmpd="sng">
            <a:solidFill>
              <a:schemeClr val="dk1"/>
            </a:solidFill>
            <a:prstDash val="solid"/>
            <a:round/>
            <a:headEnd type="none" w="med" len="med"/>
            <a:tailEnd type="none" w="med" len="med"/>
          </a:ln>
        </p:spPr>
      </p:cxnSp>
      <p:sp>
        <p:nvSpPr>
          <p:cNvPr id="249" name="Google Shape;249;p2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250"/>
        <p:cNvGrpSpPr/>
        <p:nvPr/>
      </p:nvGrpSpPr>
      <p:grpSpPr>
        <a:xfrm>
          <a:off x="0" y="0"/>
          <a:ext cx="0" cy="0"/>
          <a:chOff x="0" y="0"/>
          <a:chExt cx="0" cy="0"/>
        </a:xfrm>
      </p:grpSpPr>
      <p:sp>
        <p:nvSpPr>
          <p:cNvPr id="251" name="Google Shape;251;p3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52" name="Google Shape;252;p30"/>
          <p:cNvSpPr txBox="1">
            <a:spLocks noGrp="1"/>
          </p:cNvSpPr>
          <p:nvPr>
            <p:ph type="subTitle" idx="1"/>
          </p:nvPr>
        </p:nvSpPr>
        <p:spPr>
          <a:xfrm>
            <a:off x="7132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3" name="Google Shape;253;p30"/>
          <p:cNvSpPr txBox="1">
            <a:spLocks noGrp="1"/>
          </p:cNvSpPr>
          <p:nvPr>
            <p:ph type="subTitle" idx="2"/>
          </p:nvPr>
        </p:nvSpPr>
        <p:spPr>
          <a:xfrm>
            <a:off x="7132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4" name="Google Shape;254;p30"/>
          <p:cNvSpPr txBox="1">
            <a:spLocks noGrp="1"/>
          </p:cNvSpPr>
          <p:nvPr>
            <p:ph type="subTitle" idx="3"/>
          </p:nvPr>
        </p:nvSpPr>
        <p:spPr>
          <a:xfrm>
            <a:off x="60304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5" name="Google Shape;255;p30"/>
          <p:cNvSpPr txBox="1">
            <a:spLocks noGrp="1"/>
          </p:cNvSpPr>
          <p:nvPr>
            <p:ph type="subTitle" idx="4"/>
          </p:nvPr>
        </p:nvSpPr>
        <p:spPr>
          <a:xfrm>
            <a:off x="60304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6" name="Google Shape;256;p30"/>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7" name="Google Shape;257;p30"/>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58" name="Google Shape;258;p30"/>
          <p:cNvSpPr txBox="1">
            <a:spLocks noGrp="1"/>
          </p:cNvSpPr>
          <p:nvPr>
            <p:ph type="subTitle" idx="7"/>
          </p:nvPr>
        </p:nvSpPr>
        <p:spPr>
          <a:xfrm>
            <a:off x="2042531"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59" name="Google Shape;259;p30"/>
          <p:cNvSpPr txBox="1">
            <a:spLocks noGrp="1"/>
          </p:cNvSpPr>
          <p:nvPr>
            <p:ph type="subTitle" idx="8"/>
          </p:nvPr>
        </p:nvSpPr>
        <p:spPr>
          <a:xfrm>
            <a:off x="2042531"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60" name="Google Shape;260;p30"/>
          <p:cNvSpPr txBox="1">
            <a:spLocks noGrp="1"/>
          </p:cNvSpPr>
          <p:nvPr>
            <p:ph type="subTitle" idx="9"/>
          </p:nvPr>
        </p:nvSpPr>
        <p:spPr>
          <a:xfrm>
            <a:off x="4701169"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61" name="Google Shape;261;p30"/>
          <p:cNvSpPr txBox="1">
            <a:spLocks noGrp="1"/>
          </p:cNvSpPr>
          <p:nvPr>
            <p:ph type="subTitle" idx="13"/>
          </p:nvPr>
        </p:nvSpPr>
        <p:spPr>
          <a:xfrm>
            <a:off x="4701169"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62" name="Google Shape;262;p30"/>
          <p:cNvSpPr/>
          <p:nvPr/>
        </p:nvSpPr>
        <p:spPr>
          <a:xfrm>
            <a:off x="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3" name="Google Shape;263;p30"/>
          <p:cNvGrpSpPr/>
          <p:nvPr/>
        </p:nvGrpSpPr>
        <p:grpSpPr>
          <a:xfrm flipH="1">
            <a:off x="283800" y="-4100"/>
            <a:ext cx="8576400" cy="5147625"/>
            <a:chOff x="283800" y="-4100"/>
            <a:chExt cx="8576400" cy="5147625"/>
          </a:xfrm>
        </p:grpSpPr>
        <p:cxnSp>
          <p:nvCxnSpPr>
            <p:cNvPr id="264" name="Google Shape;264;p30"/>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265" name="Google Shape;265;p30"/>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
        <p:nvSpPr>
          <p:cNvPr id="266" name="Google Shape;266;p3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267"/>
        <p:cNvGrpSpPr/>
        <p:nvPr/>
      </p:nvGrpSpPr>
      <p:grpSpPr>
        <a:xfrm>
          <a:off x="0" y="0"/>
          <a:ext cx="0" cy="0"/>
          <a:chOff x="0" y="0"/>
          <a:chExt cx="0" cy="0"/>
        </a:xfrm>
      </p:grpSpPr>
      <p:sp>
        <p:nvSpPr>
          <p:cNvPr id="268" name="Google Shape;268;p3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rtl="0">
              <a:spcBef>
                <a:spcPts val="0"/>
              </a:spcBef>
              <a:spcAft>
                <a:spcPts val="0"/>
              </a:spcAft>
              <a:buSzPts val="3100"/>
              <a:buNone/>
              <a:defRPr/>
            </a:lvl1pPr>
            <a:lvl2pPr lvl="1" rtl="0">
              <a:spcBef>
                <a:spcPts val="0"/>
              </a:spcBef>
              <a:spcAft>
                <a:spcPts val="0"/>
              </a:spcAft>
              <a:buSzPts val="3100"/>
              <a:buNone/>
              <a:defRPr/>
            </a:lvl2pPr>
            <a:lvl3pPr lvl="2" rtl="0">
              <a:spcBef>
                <a:spcPts val="0"/>
              </a:spcBef>
              <a:spcAft>
                <a:spcPts val="0"/>
              </a:spcAft>
              <a:buSzPts val="3100"/>
              <a:buNone/>
              <a:defRPr/>
            </a:lvl3pPr>
            <a:lvl4pPr lvl="3" rtl="0">
              <a:spcBef>
                <a:spcPts val="0"/>
              </a:spcBef>
              <a:spcAft>
                <a:spcPts val="0"/>
              </a:spcAft>
              <a:buSzPts val="3100"/>
              <a:buNone/>
              <a:defRPr/>
            </a:lvl4pPr>
            <a:lvl5pPr lvl="4" rtl="0">
              <a:spcBef>
                <a:spcPts val="0"/>
              </a:spcBef>
              <a:spcAft>
                <a:spcPts val="0"/>
              </a:spcAft>
              <a:buSzPts val="3100"/>
              <a:buNone/>
              <a:defRPr/>
            </a:lvl5pPr>
            <a:lvl6pPr lvl="5" rtl="0">
              <a:spcBef>
                <a:spcPts val="0"/>
              </a:spcBef>
              <a:spcAft>
                <a:spcPts val="0"/>
              </a:spcAft>
              <a:buSzPts val="3100"/>
              <a:buNone/>
              <a:defRPr/>
            </a:lvl6pPr>
            <a:lvl7pPr lvl="6" rtl="0">
              <a:spcBef>
                <a:spcPts val="0"/>
              </a:spcBef>
              <a:spcAft>
                <a:spcPts val="0"/>
              </a:spcAft>
              <a:buSzPts val="3100"/>
              <a:buNone/>
              <a:defRPr/>
            </a:lvl7pPr>
            <a:lvl8pPr lvl="7" rtl="0">
              <a:spcBef>
                <a:spcPts val="0"/>
              </a:spcBef>
              <a:spcAft>
                <a:spcPts val="0"/>
              </a:spcAft>
              <a:buSzPts val="3100"/>
              <a:buNone/>
              <a:defRPr/>
            </a:lvl8pPr>
            <a:lvl9pPr lvl="8" rtl="0">
              <a:spcBef>
                <a:spcPts val="0"/>
              </a:spcBef>
              <a:spcAft>
                <a:spcPts val="0"/>
              </a:spcAft>
              <a:buSzPts val="3100"/>
              <a:buNone/>
              <a:defRPr/>
            </a:lvl9pPr>
          </a:lstStyle>
          <a:p>
            <a:endParaRPr/>
          </a:p>
        </p:txBody>
      </p:sp>
      <p:sp>
        <p:nvSpPr>
          <p:cNvPr id="269" name="Google Shape;269;p31"/>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0" name="Google Shape;270;p31"/>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71" name="Google Shape;271;p31"/>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2" name="Google Shape;272;p31"/>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73" name="Google Shape;273;p31"/>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4" name="Google Shape;274;p31"/>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75" name="Google Shape;275;p31"/>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6" name="Google Shape;276;p31"/>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77" name="Google Shape;277;p31"/>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78" name="Google Shape;278;p31"/>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79" name="Google Shape;279;p31"/>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400"/>
              <a:buNone/>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280" name="Google Shape;280;p31"/>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rtl="0">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281" name="Google Shape;281;p31"/>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2" name="Google Shape;282;p31"/>
          <p:cNvGrpSpPr/>
          <p:nvPr/>
        </p:nvGrpSpPr>
        <p:grpSpPr>
          <a:xfrm rot="10800000" flipH="1">
            <a:off x="141925" y="267450"/>
            <a:ext cx="9001950" cy="4876050"/>
            <a:chOff x="141900" y="-26"/>
            <a:chExt cx="9001950" cy="4876050"/>
          </a:xfrm>
        </p:grpSpPr>
        <p:cxnSp>
          <p:nvCxnSpPr>
            <p:cNvPr id="283" name="Google Shape;283;p31"/>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284" name="Google Shape;284;p31"/>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
        <p:nvSpPr>
          <p:cNvPr id="285" name="Google Shape;285;p3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286"/>
        <p:cNvGrpSpPr/>
        <p:nvPr/>
      </p:nvGrpSpPr>
      <p:grpSpPr>
        <a:xfrm>
          <a:off x="0" y="0"/>
          <a:ext cx="0" cy="0"/>
          <a:chOff x="0" y="0"/>
          <a:chExt cx="0" cy="0"/>
        </a:xfrm>
      </p:grpSpPr>
      <p:sp>
        <p:nvSpPr>
          <p:cNvPr id="287" name="Google Shape;287;p32"/>
          <p:cNvSpPr txBox="1">
            <a:spLocks noGrp="1"/>
          </p:cNvSpPr>
          <p:nvPr>
            <p:ph type="title"/>
          </p:nvPr>
        </p:nvSpPr>
        <p:spPr>
          <a:xfrm>
            <a:off x="2654700" y="530250"/>
            <a:ext cx="3834600" cy="11082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288" name="Google Shape;288;p32"/>
          <p:cNvSpPr txBox="1">
            <a:spLocks noGrp="1"/>
          </p:cNvSpPr>
          <p:nvPr>
            <p:ph type="subTitle" idx="1"/>
          </p:nvPr>
        </p:nvSpPr>
        <p:spPr>
          <a:xfrm>
            <a:off x="2654700" y="2342156"/>
            <a:ext cx="3834600" cy="9720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650"/>
              <a:buNone/>
              <a:defRPr sz="1550" b="1"/>
            </a:lvl1pPr>
            <a:lvl2pPr lvl="1" algn="ctr" rtl="0">
              <a:lnSpc>
                <a:spcPct val="115000"/>
              </a:lnSpc>
              <a:spcBef>
                <a:spcPts val="0"/>
              </a:spcBef>
              <a:spcAft>
                <a:spcPts val="0"/>
              </a:spcAft>
              <a:buSzPts val="1650"/>
              <a:buNone/>
              <a:defRPr sz="1650" b="1"/>
            </a:lvl2pPr>
            <a:lvl3pPr lvl="2" algn="ctr" rtl="0">
              <a:lnSpc>
                <a:spcPct val="115000"/>
              </a:lnSpc>
              <a:spcBef>
                <a:spcPts val="0"/>
              </a:spcBef>
              <a:spcAft>
                <a:spcPts val="0"/>
              </a:spcAft>
              <a:buSzPts val="1650"/>
              <a:buNone/>
              <a:defRPr sz="1650" b="1"/>
            </a:lvl3pPr>
            <a:lvl4pPr lvl="3" algn="ctr" rtl="0">
              <a:lnSpc>
                <a:spcPct val="115000"/>
              </a:lnSpc>
              <a:spcBef>
                <a:spcPts val="0"/>
              </a:spcBef>
              <a:spcAft>
                <a:spcPts val="0"/>
              </a:spcAft>
              <a:buSzPts val="1650"/>
              <a:buNone/>
              <a:defRPr sz="1650" b="1"/>
            </a:lvl4pPr>
            <a:lvl5pPr lvl="4" algn="ctr" rtl="0">
              <a:lnSpc>
                <a:spcPct val="115000"/>
              </a:lnSpc>
              <a:spcBef>
                <a:spcPts val="0"/>
              </a:spcBef>
              <a:spcAft>
                <a:spcPts val="0"/>
              </a:spcAft>
              <a:buSzPts val="1650"/>
              <a:buNone/>
              <a:defRPr sz="1650" b="1"/>
            </a:lvl5pPr>
            <a:lvl6pPr lvl="5" algn="ctr" rtl="0">
              <a:lnSpc>
                <a:spcPct val="115000"/>
              </a:lnSpc>
              <a:spcBef>
                <a:spcPts val="0"/>
              </a:spcBef>
              <a:spcAft>
                <a:spcPts val="0"/>
              </a:spcAft>
              <a:buSzPts val="1650"/>
              <a:buNone/>
              <a:defRPr sz="1650" b="1"/>
            </a:lvl6pPr>
            <a:lvl7pPr lvl="6" algn="ctr" rtl="0">
              <a:lnSpc>
                <a:spcPct val="115000"/>
              </a:lnSpc>
              <a:spcBef>
                <a:spcPts val="0"/>
              </a:spcBef>
              <a:spcAft>
                <a:spcPts val="0"/>
              </a:spcAft>
              <a:buSzPts val="1650"/>
              <a:buNone/>
              <a:defRPr sz="1650" b="1"/>
            </a:lvl7pPr>
            <a:lvl8pPr lvl="7" algn="ctr" rtl="0">
              <a:lnSpc>
                <a:spcPct val="115000"/>
              </a:lnSpc>
              <a:spcBef>
                <a:spcPts val="0"/>
              </a:spcBef>
              <a:spcAft>
                <a:spcPts val="0"/>
              </a:spcAft>
              <a:buSzPts val="1650"/>
              <a:buNone/>
              <a:defRPr sz="1650" b="1"/>
            </a:lvl8pPr>
            <a:lvl9pPr lvl="8" algn="ctr" rtl="0">
              <a:lnSpc>
                <a:spcPct val="115000"/>
              </a:lnSpc>
              <a:spcBef>
                <a:spcPts val="0"/>
              </a:spcBef>
              <a:spcAft>
                <a:spcPts val="0"/>
              </a:spcAft>
              <a:buSzPts val="1650"/>
              <a:buNone/>
              <a:defRPr sz="1650" b="1"/>
            </a:lvl9pPr>
          </a:lstStyle>
          <a:p>
            <a:endParaRPr/>
          </a:p>
        </p:txBody>
      </p:sp>
      <p:sp>
        <p:nvSpPr>
          <p:cNvPr id="289" name="Google Shape;289;p32"/>
          <p:cNvSpPr txBox="1">
            <a:spLocks noGrp="1"/>
          </p:cNvSpPr>
          <p:nvPr>
            <p:ph type="subTitle" idx="2"/>
          </p:nvPr>
        </p:nvSpPr>
        <p:spPr>
          <a:xfrm>
            <a:off x="2654700" y="4111851"/>
            <a:ext cx="3834600" cy="338700"/>
          </a:xfrm>
          <a:prstGeom prst="rect">
            <a:avLst/>
          </a:prstGeom>
        </p:spPr>
        <p:txBody>
          <a:bodyPr spcFirstLastPara="1" wrap="square" lIns="91425" tIns="91425" rIns="91425" bIns="91425" anchor="t" anchorCtr="0">
            <a:noAutofit/>
          </a:bodyPr>
          <a:lstStyle>
            <a:lvl1pPr lvl="0" algn="ctr" rtl="0">
              <a:lnSpc>
                <a:spcPct val="115000"/>
              </a:lnSpc>
              <a:spcBef>
                <a:spcPts val="0"/>
              </a:spcBef>
              <a:spcAft>
                <a:spcPts val="0"/>
              </a:spcAft>
              <a:buSzPts val="1300"/>
              <a:buNone/>
              <a:defRPr sz="1000"/>
            </a:lvl1pPr>
            <a:lvl2pPr lvl="1" algn="ctr" rtl="0">
              <a:lnSpc>
                <a:spcPct val="115000"/>
              </a:lnSpc>
              <a:spcBef>
                <a:spcPts val="0"/>
              </a:spcBef>
              <a:spcAft>
                <a:spcPts val="0"/>
              </a:spcAft>
              <a:buSzPts val="1300"/>
              <a:buNone/>
              <a:defRPr sz="1300" b="1"/>
            </a:lvl2pPr>
            <a:lvl3pPr lvl="2" algn="ctr" rtl="0">
              <a:lnSpc>
                <a:spcPct val="115000"/>
              </a:lnSpc>
              <a:spcBef>
                <a:spcPts val="0"/>
              </a:spcBef>
              <a:spcAft>
                <a:spcPts val="0"/>
              </a:spcAft>
              <a:buSzPts val="1300"/>
              <a:buNone/>
              <a:defRPr sz="1300" b="1"/>
            </a:lvl3pPr>
            <a:lvl4pPr lvl="3" algn="ctr" rtl="0">
              <a:lnSpc>
                <a:spcPct val="115000"/>
              </a:lnSpc>
              <a:spcBef>
                <a:spcPts val="0"/>
              </a:spcBef>
              <a:spcAft>
                <a:spcPts val="0"/>
              </a:spcAft>
              <a:buSzPts val="1300"/>
              <a:buNone/>
              <a:defRPr sz="1300" b="1"/>
            </a:lvl4pPr>
            <a:lvl5pPr lvl="4" algn="ctr" rtl="0">
              <a:lnSpc>
                <a:spcPct val="115000"/>
              </a:lnSpc>
              <a:spcBef>
                <a:spcPts val="0"/>
              </a:spcBef>
              <a:spcAft>
                <a:spcPts val="0"/>
              </a:spcAft>
              <a:buSzPts val="1300"/>
              <a:buNone/>
              <a:defRPr sz="1300" b="1"/>
            </a:lvl5pPr>
            <a:lvl6pPr lvl="5" algn="ctr" rtl="0">
              <a:lnSpc>
                <a:spcPct val="115000"/>
              </a:lnSpc>
              <a:spcBef>
                <a:spcPts val="0"/>
              </a:spcBef>
              <a:spcAft>
                <a:spcPts val="0"/>
              </a:spcAft>
              <a:buSzPts val="1300"/>
              <a:buNone/>
              <a:defRPr sz="1300" b="1"/>
            </a:lvl6pPr>
            <a:lvl7pPr lvl="6" algn="ctr" rtl="0">
              <a:lnSpc>
                <a:spcPct val="115000"/>
              </a:lnSpc>
              <a:spcBef>
                <a:spcPts val="0"/>
              </a:spcBef>
              <a:spcAft>
                <a:spcPts val="0"/>
              </a:spcAft>
              <a:buSzPts val="1300"/>
              <a:buNone/>
              <a:defRPr sz="1300" b="1"/>
            </a:lvl7pPr>
            <a:lvl8pPr lvl="7" algn="ctr" rtl="0">
              <a:lnSpc>
                <a:spcPct val="115000"/>
              </a:lnSpc>
              <a:spcBef>
                <a:spcPts val="0"/>
              </a:spcBef>
              <a:spcAft>
                <a:spcPts val="0"/>
              </a:spcAft>
              <a:buSzPts val="1300"/>
              <a:buNone/>
              <a:defRPr sz="1300" b="1"/>
            </a:lvl8pPr>
            <a:lvl9pPr lvl="8" algn="ctr" rtl="0">
              <a:lnSpc>
                <a:spcPct val="115000"/>
              </a:lnSpc>
              <a:spcBef>
                <a:spcPts val="0"/>
              </a:spcBef>
              <a:spcAft>
                <a:spcPts val="0"/>
              </a:spcAft>
              <a:buSzPts val="1300"/>
              <a:buNone/>
              <a:defRPr sz="1300" b="1"/>
            </a:lvl9pPr>
          </a:lstStyle>
          <a:p>
            <a:endParaRPr/>
          </a:p>
        </p:txBody>
      </p:sp>
      <p:grpSp>
        <p:nvGrpSpPr>
          <p:cNvPr id="290" name="Google Shape;290;p32"/>
          <p:cNvGrpSpPr/>
          <p:nvPr/>
        </p:nvGrpSpPr>
        <p:grpSpPr>
          <a:xfrm>
            <a:off x="713688" y="2579400"/>
            <a:ext cx="8430488" cy="2564100"/>
            <a:chOff x="713688" y="2579400"/>
            <a:chExt cx="8430488" cy="2564100"/>
          </a:xfrm>
        </p:grpSpPr>
        <p:cxnSp>
          <p:nvCxnSpPr>
            <p:cNvPr id="291" name="Google Shape;291;p32"/>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292" name="Google Shape;292;p32"/>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293" name="Google Shape;293;p32"/>
          <p:cNvSpPr txBox="1"/>
          <p:nvPr/>
        </p:nvSpPr>
        <p:spPr>
          <a:xfrm>
            <a:off x="2654700" y="3304597"/>
            <a:ext cx="3834600" cy="794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lang="en" sz="1200" b="1" u="sng">
                <a:solidFill>
                  <a:schemeClr val="dk1"/>
                </a:solidFill>
                <a:latin typeface="Commissioner"/>
                <a:ea typeface="Commissioner"/>
                <a:cs typeface="Commissioner"/>
                <a:sym typeface="Commissioner"/>
                <a:hlinkClick r:id="rId2">
                  <a:extLst>
                    <a:ext uri="{A12FA001-AC4F-418D-AE19-62706E023703}">
                      <ahyp:hlinkClr xmlns:ahyp="http://schemas.microsoft.com/office/drawing/2018/hyperlinkcolor" val="tx"/>
                    </a:ext>
                  </a:extLst>
                </a:hlinkClick>
              </a:rPr>
              <a:t>Slidesgo</a:t>
            </a:r>
            <a:r>
              <a:rPr lang="en" sz="1200">
                <a:solidFill>
                  <a:schemeClr val="dk1"/>
                </a:solidFill>
                <a:latin typeface="Commissioner"/>
                <a:ea typeface="Commissioner"/>
                <a:cs typeface="Commissioner"/>
                <a:sym typeface="Commissioner"/>
              </a:rPr>
              <a:t>, and includes icons by </a:t>
            </a:r>
            <a:r>
              <a:rPr lang="en" sz="1200" b="1" u="sng">
                <a:solidFill>
                  <a:schemeClr val="dk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Flaticon</a:t>
            </a:r>
            <a:r>
              <a:rPr lang="en" sz="1200">
                <a:solidFill>
                  <a:schemeClr val="dk1"/>
                </a:solidFill>
                <a:latin typeface="Commissioner"/>
                <a:ea typeface="Commissioner"/>
                <a:cs typeface="Commissioner"/>
                <a:sym typeface="Commissioner"/>
              </a:rPr>
              <a:t>, and infographics &amp; images by </a:t>
            </a:r>
            <a:r>
              <a:rPr lang="en" sz="12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Freepik</a:t>
            </a:r>
            <a:endParaRPr sz="1200">
              <a:solidFill>
                <a:schemeClr val="dk1"/>
              </a:solidFill>
              <a:latin typeface="Commissioner"/>
              <a:ea typeface="Commissioner"/>
              <a:cs typeface="Commissioner"/>
              <a:sym typeface="Commissioner"/>
            </a:endParaRPr>
          </a:p>
        </p:txBody>
      </p:sp>
      <p:sp>
        <p:nvSpPr>
          <p:cNvPr id="294" name="Google Shape;294;p3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95"/>
        <p:cNvGrpSpPr/>
        <p:nvPr/>
      </p:nvGrpSpPr>
      <p:grpSpPr>
        <a:xfrm>
          <a:off x="0" y="0"/>
          <a:ext cx="0" cy="0"/>
          <a:chOff x="0" y="0"/>
          <a:chExt cx="0" cy="0"/>
        </a:xfrm>
      </p:grpSpPr>
      <p:cxnSp>
        <p:nvCxnSpPr>
          <p:cNvPr id="296" name="Google Shape;296;p33"/>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297" name="Google Shape;297;p33"/>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8" name="Google Shape;298;p33"/>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299" name="Google Shape;299;p33"/>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
        <p:nvSpPr>
          <p:cNvPr id="300" name="Google Shape;300;p33"/>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301"/>
        <p:cNvGrpSpPr/>
        <p:nvPr/>
      </p:nvGrpSpPr>
      <p:grpSpPr>
        <a:xfrm>
          <a:off x="0" y="0"/>
          <a:ext cx="0" cy="0"/>
          <a:chOff x="0" y="0"/>
          <a:chExt cx="0" cy="0"/>
        </a:xfrm>
      </p:grpSpPr>
      <p:sp>
        <p:nvSpPr>
          <p:cNvPr id="302" name="Google Shape;302;p34"/>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3" name="Google Shape;303;p34"/>
          <p:cNvGrpSpPr/>
          <p:nvPr/>
        </p:nvGrpSpPr>
        <p:grpSpPr>
          <a:xfrm rot="10800000">
            <a:off x="0" y="363100"/>
            <a:ext cx="8860200" cy="4780400"/>
            <a:chOff x="283800" y="0"/>
            <a:chExt cx="8860200" cy="4780400"/>
          </a:xfrm>
        </p:grpSpPr>
        <p:cxnSp>
          <p:nvCxnSpPr>
            <p:cNvPr id="304" name="Google Shape;304;p34"/>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305" name="Google Shape;305;p34"/>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306" name="Google Shape;306;p34"/>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10"/>
        <p:cNvGrpSpPr/>
        <p:nvPr/>
      </p:nvGrpSpPr>
      <p:grpSpPr>
        <a:xfrm>
          <a:off x="0" y="0"/>
          <a:ext cx="0" cy="0"/>
          <a:chOff x="0" y="0"/>
          <a:chExt cx="0" cy="0"/>
        </a:xfrm>
      </p:grpSpPr>
      <p:sp>
        <p:nvSpPr>
          <p:cNvPr id="311" name="Google Shape;311;p36"/>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312" name="Google Shape;312;p36"/>
          <p:cNvSpPr txBox="1">
            <a:spLocks noGrp="1"/>
          </p:cNvSpPr>
          <p:nvPr>
            <p:ph type="subTitle" idx="1"/>
          </p:nvPr>
        </p:nvSpPr>
        <p:spPr>
          <a:xfrm>
            <a:off x="713225" y="3315975"/>
            <a:ext cx="5004900" cy="423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313" name="Google Shape;313;p36"/>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4" name="Google Shape;314;p36"/>
          <p:cNvGrpSpPr/>
          <p:nvPr/>
        </p:nvGrpSpPr>
        <p:grpSpPr>
          <a:xfrm>
            <a:off x="-55375" y="539500"/>
            <a:ext cx="9199350" cy="4604000"/>
            <a:chOff x="-55375" y="539500"/>
            <a:chExt cx="9199350" cy="4604000"/>
          </a:xfrm>
        </p:grpSpPr>
        <p:cxnSp>
          <p:nvCxnSpPr>
            <p:cNvPr id="315" name="Google Shape;315;p36"/>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316" name="Google Shape;316;p36"/>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317" name="Google Shape;317;p36"/>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8"/>
        <p:cNvGrpSpPr/>
        <p:nvPr/>
      </p:nvGrpSpPr>
      <p:grpSpPr>
        <a:xfrm>
          <a:off x="0" y="0"/>
          <a:ext cx="0" cy="0"/>
          <a:chOff x="0" y="0"/>
          <a:chExt cx="0" cy="0"/>
        </a:xfrm>
      </p:grpSpPr>
      <p:sp>
        <p:nvSpPr>
          <p:cNvPr id="319" name="Google Shape;319;p37"/>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320" name="Google Shape;320;p37"/>
          <p:cNvSpPr txBox="1">
            <a:spLocks noGrp="1"/>
          </p:cNvSpPr>
          <p:nvPr>
            <p:ph type="title" idx="2" hasCustomPrompt="1"/>
          </p:nvPr>
        </p:nvSpPr>
        <p:spPr>
          <a:xfrm>
            <a:off x="1512075" y="1012500"/>
            <a:ext cx="1076100" cy="870000"/>
          </a:xfrm>
          <a:prstGeom prst="rect">
            <a:avLst/>
          </a:prstGeom>
          <a:noFill/>
        </p:spPr>
        <p:txBody>
          <a:bodyPr spcFirstLastPara="1" wrap="square" lIns="91425" tIns="91425" rIns="91425" bIns="91425" anchor="ctr" anchorCtr="0">
            <a:noAutofit/>
          </a:bodyPr>
          <a:lstStyle>
            <a:lvl1pPr lvl="0" algn="l">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321" name="Google Shape;321;p37"/>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a:endParaRPr/>
          </a:p>
        </p:txBody>
      </p:sp>
      <p:sp>
        <p:nvSpPr>
          <p:cNvPr id="322" name="Google Shape;322;p37"/>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3" name="Google Shape;323;p37"/>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24"/>
        <p:cNvGrpSpPr/>
        <p:nvPr/>
      </p:nvGrpSpPr>
      <p:grpSpPr>
        <a:xfrm>
          <a:off x="0" y="0"/>
          <a:ext cx="0" cy="0"/>
          <a:chOff x="0" y="0"/>
          <a:chExt cx="0" cy="0"/>
        </a:xfrm>
      </p:grpSpPr>
      <p:sp>
        <p:nvSpPr>
          <p:cNvPr id="325" name="Google Shape;325;p3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26" name="Google Shape;326;p38"/>
          <p:cNvSpPr txBox="1">
            <a:spLocks noGrp="1"/>
          </p:cNvSpPr>
          <p:nvPr>
            <p:ph type="subTitle" idx="1"/>
          </p:nvPr>
        </p:nvSpPr>
        <p:spPr>
          <a:xfrm>
            <a:off x="713250" y="1217050"/>
            <a:ext cx="77175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27" name="Google Shape;327;p38"/>
          <p:cNvSpPr/>
          <p:nvPr/>
        </p:nvSpPr>
        <p:spPr>
          <a:xfrm flipH="1">
            <a:off x="0" y="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8" name="Google Shape;328;p38"/>
          <p:cNvGrpSpPr/>
          <p:nvPr/>
        </p:nvGrpSpPr>
        <p:grpSpPr>
          <a:xfrm>
            <a:off x="150" y="0"/>
            <a:ext cx="8860050" cy="4876025"/>
            <a:chOff x="150" y="0"/>
            <a:chExt cx="8860050" cy="4876025"/>
          </a:xfrm>
        </p:grpSpPr>
        <p:cxnSp>
          <p:nvCxnSpPr>
            <p:cNvPr id="329" name="Google Shape;329;p38"/>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330" name="Google Shape;330;p38"/>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1"/>
        <p:cNvGrpSpPr/>
        <p:nvPr/>
      </p:nvGrpSpPr>
      <p:grpSpPr>
        <a:xfrm>
          <a:off x="0" y="0"/>
          <a:ext cx="0" cy="0"/>
          <a:chOff x="0" y="0"/>
          <a:chExt cx="0" cy="0"/>
        </a:xfrm>
      </p:grpSpPr>
      <p:sp>
        <p:nvSpPr>
          <p:cNvPr id="332" name="Google Shape;332;p3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33" name="Google Shape;333;p39"/>
          <p:cNvSpPr txBox="1">
            <a:spLocks noGrp="1"/>
          </p:cNvSpPr>
          <p:nvPr>
            <p:ph type="subTitle" idx="1"/>
          </p:nvPr>
        </p:nvSpPr>
        <p:spPr>
          <a:xfrm>
            <a:off x="2954672" y="2027976"/>
            <a:ext cx="43122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34" name="Google Shape;334;p39"/>
          <p:cNvSpPr txBox="1">
            <a:spLocks noGrp="1"/>
          </p:cNvSpPr>
          <p:nvPr>
            <p:ph type="subTitle" idx="2"/>
          </p:nvPr>
        </p:nvSpPr>
        <p:spPr>
          <a:xfrm>
            <a:off x="2954672" y="1519425"/>
            <a:ext cx="43122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35" name="Google Shape;335;p39"/>
          <p:cNvSpPr txBox="1">
            <a:spLocks noGrp="1"/>
          </p:cNvSpPr>
          <p:nvPr>
            <p:ph type="subTitle" idx="3"/>
          </p:nvPr>
        </p:nvSpPr>
        <p:spPr>
          <a:xfrm>
            <a:off x="2954649" y="3619500"/>
            <a:ext cx="43122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36" name="Google Shape;336;p39"/>
          <p:cNvSpPr txBox="1">
            <a:spLocks noGrp="1"/>
          </p:cNvSpPr>
          <p:nvPr>
            <p:ph type="subTitle" idx="4"/>
          </p:nvPr>
        </p:nvSpPr>
        <p:spPr>
          <a:xfrm>
            <a:off x="2954649" y="3110949"/>
            <a:ext cx="43122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37" name="Google Shape;337;p39"/>
          <p:cNvSpPr/>
          <p:nvPr/>
        </p:nvSpPr>
        <p:spPr>
          <a:xfrm flipH="1">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38" name="Google Shape;338;p39"/>
          <p:cNvCxnSpPr/>
          <p:nvPr/>
        </p:nvCxnSpPr>
        <p:spPr>
          <a:xfrm rot="10800000">
            <a:off x="8864825"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9"/>
        <p:cNvGrpSpPr/>
        <p:nvPr/>
      </p:nvGrpSpPr>
      <p:grpSpPr>
        <a:xfrm>
          <a:off x="0" y="0"/>
          <a:ext cx="0" cy="0"/>
          <a:chOff x="0" y="0"/>
          <a:chExt cx="0" cy="0"/>
        </a:xfrm>
      </p:grpSpPr>
      <p:sp>
        <p:nvSpPr>
          <p:cNvPr id="340" name="Google Shape;340;p4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41" name="Google Shape;341;p40"/>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2" name="Google Shape;342;p40"/>
          <p:cNvGrpSpPr/>
          <p:nvPr/>
        </p:nvGrpSpPr>
        <p:grpSpPr>
          <a:xfrm>
            <a:off x="141900" y="-26"/>
            <a:ext cx="9002025" cy="4876051"/>
            <a:chOff x="141900" y="-26"/>
            <a:chExt cx="9002025" cy="4876051"/>
          </a:xfrm>
        </p:grpSpPr>
        <p:cxnSp>
          <p:nvCxnSpPr>
            <p:cNvPr id="343" name="Google Shape;343;p40"/>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344" name="Google Shape;344;p40"/>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45"/>
        <p:cNvGrpSpPr/>
        <p:nvPr/>
      </p:nvGrpSpPr>
      <p:grpSpPr>
        <a:xfrm>
          <a:off x="0" y="0"/>
          <a:ext cx="0" cy="0"/>
          <a:chOff x="0" y="0"/>
          <a:chExt cx="0" cy="0"/>
        </a:xfrm>
      </p:grpSpPr>
      <p:sp>
        <p:nvSpPr>
          <p:cNvPr id="346" name="Google Shape;346;p41"/>
          <p:cNvSpPr txBox="1">
            <a:spLocks noGrp="1"/>
          </p:cNvSpPr>
          <p:nvPr>
            <p:ph type="title"/>
          </p:nvPr>
        </p:nvSpPr>
        <p:spPr>
          <a:xfrm>
            <a:off x="713225" y="1139000"/>
            <a:ext cx="2789700" cy="16161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lnSpc>
                <a:spcPct val="90000"/>
              </a:lnSpc>
              <a:spcBef>
                <a:spcPts val="0"/>
              </a:spcBef>
              <a:spcAft>
                <a:spcPts val="0"/>
              </a:spcAft>
              <a:buSzPts val="3100"/>
              <a:buNone/>
              <a:defRPr/>
            </a:lvl2pPr>
            <a:lvl3pPr lvl="2">
              <a:lnSpc>
                <a:spcPct val="90000"/>
              </a:lnSpc>
              <a:spcBef>
                <a:spcPts val="0"/>
              </a:spcBef>
              <a:spcAft>
                <a:spcPts val="0"/>
              </a:spcAft>
              <a:buSzPts val="3100"/>
              <a:buNone/>
              <a:defRPr/>
            </a:lvl3pPr>
            <a:lvl4pPr lvl="3">
              <a:lnSpc>
                <a:spcPct val="90000"/>
              </a:lnSpc>
              <a:spcBef>
                <a:spcPts val="0"/>
              </a:spcBef>
              <a:spcAft>
                <a:spcPts val="0"/>
              </a:spcAft>
              <a:buSzPts val="3100"/>
              <a:buNone/>
              <a:defRPr/>
            </a:lvl4pPr>
            <a:lvl5pPr lvl="4">
              <a:lnSpc>
                <a:spcPct val="90000"/>
              </a:lnSpc>
              <a:spcBef>
                <a:spcPts val="0"/>
              </a:spcBef>
              <a:spcAft>
                <a:spcPts val="0"/>
              </a:spcAft>
              <a:buSzPts val="3100"/>
              <a:buNone/>
              <a:defRPr/>
            </a:lvl5pPr>
            <a:lvl6pPr lvl="5">
              <a:lnSpc>
                <a:spcPct val="90000"/>
              </a:lnSpc>
              <a:spcBef>
                <a:spcPts val="0"/>
              </a:spcBef>
              <a:spcAft>
                <a:spcPts val="0"/>
              </a:spcAft>
              <a:buSzPts val="3100"/>
              <a:buNone/>
              <a:defRPr/>
            </a:lvl6pPr>
            <a:lvl7pPr lvl="6">
              <a:lnSpc>
                <a:spcPct val="90000"/>
              </a:lnSpc>
              <a:spcBef>
                <a:spcPts val="0"/>
              </a:spcBef>
              <a:spcAft>
                <a:spcPts val="0"/>
              </a:spcAft>
              <a:buSzPts val="3100"/>
              <a:buNone/>
              <a:defRPr/>
            </a:lvl7pPr>
            <a:lvl8pPr lvl="7">
              <a:lnSpc>
                <a:spcPct val="90000"/>
              </a:lnSpc>
              <a:spcBef>
                <a:spcPts val="0"/>
              </a:spcBef>
              <a:spcAft>
                <a:spcPts val="0"/>
              </a:spcAft>
              <a:buSzPts val="3100"/>
              <a:buNone/>
              <a:defRPr/>
            </a:lvl8pPr>
            <a:lvl9pPr lvl="8">
              <a:lnSpc>
                <a:spcPct val="90000"/>
              </a:lnSpc>
              <a:spcBef>
                <a:spcPts val="0"/>
              </a:spcBef>
              <a:spcAft>
                <a:spcPts val="0"/>
              </a:spcAft>
              <a:buSzPts val="3100"/>
              <a:buNone/>
              <a:defRPr/>
            </a:lvl9pPr>
          </a:lstStyle>
          <a:p>
            <a:endParaRPr/>
          </a:p>
        </p:txBody>
      </p:sp>
      <p:sp>
        <p:nvSpPr>
          <p:cNvPr id="347" name="Google Shape;347;p41"/>
          <p:cNvSpPr txBox="1">
            <a:spLocks noGrp="1"/>
          </p:cNvSpPr>
          <p:nvPr>
            <p:ph type="subTitle" idx="1"/>
          </p:nvPr>
        </p:nvSpPr>
        <p:spPr>
          <a:xfrm>
            <a:off x="713225" y="2810700"/>
            <a:ext cx="2789700" cy="1143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348" name="Google Shape;348;p41"/>
          <p:cNvSpPr>
            <a:spLocks noGrp="1"/>
          </p:cNvSpPr>
          <p:nvPr>
            <p:ph type="pic" idx="2"/>
          </p:nvPr>
        </p:nvSpPr>
        <p:spPr>
          <a:xfrm>
            <a:off x="4572000" y="0"/>
            <a:ext cx="4572000" cy="5143500"/>
          </a:xfrm>
          <a:prstGeom prst="rect">
            <a:avLst/>
          </a:prstGeom>
          <a:noFill/>
          <a:ln>
            <a:noFill/>
          </a:ln>
        </p:spPr>
      </p:sp>
      <p:sp>
        <p:nvSpPr>
          <p:cNvPr id="349" name="Google Shape;349;p41"/>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0" name="Google Shape;350;p41"/>
          <p:cNvGrpSpPr/>
          <p:nvPr/>
        </p:nvGrpSpPr>
        <p:grpSpPr>
          <a:xfrm>
            <a:off x="0" y="-300"/>
            <a:ext cx="3812275" cy="4608875"/>
            <a:chOff x="0" y="-300"/>
            <a:chExt cx="3812275" cy="4608875"/>
          </a:xfrm>
        </p:grpSpPr>
        <p:cxnSp>
          <p:nvCxnSpPr>
            <p:cNvPr id="351" name="Google Shape;351;p41"/>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352" name="Google Shape;352;p41"/>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53"/>
        <p:cNvGrpSpPr/>
        <p:nvPr/>
      </p:nvGrpSpPr>
      <p:grpSpPr>
        <a:xfrm>
          <a:off x="0" y="0"/>
          <a:ext cx="0" cy="0"/>
          <a:chOff x="0" y="0"/>
          <a:chExt cx="0" cy="0"/>
        </a:xfrm>
      </p:grpSpPr>
      <p:sp>
        <p:nvSpPr>
          <p:cNvPr id="354" name="Google Shape;354;p42"/>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a:endParaRPr/>
          </a:p>
        </p:txBody>
      </p:sp>
      <p:sp>
        <p:nvSpPr>
          <p:cNvPr id="355" name="Google Shape;355;p42"/>
          <p:cNvSpPr/>
          <p:nvPr/>
        </p:nvSpPr>
        <p:spPr>
          <a:xfrm flipH="1">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6" name="Google Shape;356;p42"/>
          <p:cNvGrpSpPr/>
          <p:nvPr/>
        </p:nvGrpSpPr>
        <p:grpSpPr>
          <a:xfrm flipH="1">
            <a:off x="-55200" y="539500"/>
            <a:ext cx="9199200" cy="4604000"/>
            <a:chOff x="-55375" y="539500"/>
            <a:chExt cx="9199200" cy="4604000"/>
          </a:xfrm>
        </p:grpSpPr>
        <p:cxnSp>
          <p:nvCxnSpPr>
            <p:cNvPr id="357" name="Google Shape;357;p42"/>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358" name="Google Shape;358;p42"/>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359" name="Google Shape;359;p4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60"/>
        <p:cNvGrpSpPr/>
        <p:nvPr/>
      </p:nvGrpSpPr>
      <p:grpSpPr>
        <a:xfrm>
          <a:off x="0" y="0"/>
          <a:ext cx="0" cy="0"/>
          <a:chOff x="0" y="0"/>
          <a:chExt cx="0" cy="0"/>
        </a:xfrm>
      </p:grpSpPr>
      <p:sp>
        <p:nvSpPr>
          <p:cNvPr id="361" name="Google Shape;361;p43"/>
          <p:cNvSpPr txBox="1">
            <a:spLocks noGrp="1"/>
          </p:cNvSpPr>
          <p:nvPr>
            <p:ph type="title"/>
          </p:nvPr>
        </p:nvSpPr>
        <p:spPr>
          <a:xfrm>
            <a:off x="2143050" y="1461775"/>
            <a:ext cx="4857900" cy="8004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a:endParaRPr/>
          </a:p>
        </p:txBody>
      </p:sp>
      <p:sp>
        <p:nvSpPr>
          <p:cNvPr id="362" name="Google Shape;362;p43"/>
          <p:cNvSpPr txBox="1">
            <a:spLocks noGrp="1"/>
          </p:cNvSpPr>
          <p:nvPr>
            <p:ph type="subTitle" idx="1"/>
          </p:nvPr>
        </p:nvSpPr>
        <p:spPr>
          <a:xfrm>
            <a:off x="2143050" y="2360663"/>
            <a:ext cx="4857900" cy="12465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363" name="Google Shape;363;p43"/>
          <p:cNvSpPr/>
          <p:nvPr/>
        </p:nvSpPr>
        <p:spPr>
          <a:xfrm>
            <a:off x="75" y="4426700"/>
            <a:ext cx="91440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 name="Google Shape;364;p43"/>
          <p:cNvGrpSpPr/>
          <p:nvPr/>
        </p:nvGrpSpPr>
        <p:grpSpPr>
          <a:xfrm>
            <a:off x="712700" y="539500"/>
            <a:ext cx="8431300" cy="4604000"/>
            <a:chOff x="712700" y="539500"/>
            <a:chExt cx="8431300" cy="4604000"/>
          </a:xfrm>
        </p:grpSpPr>
        <p:cxnSp>
          <p:nvCxnSpPr>
            <p:cNvPr id="365" name="Google Shape;365;p43"/>
            <p:cNvCxnSpPr/>
            <p:nvPr/>
          </p:nvCxnSpPr>
          <p:spPr>
            <a:xfrm>
              <a:off x="4572000" y="539500"/>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366" name="Google Shape;366;p43"/>
            <p:cNvCxnSpPr/>
            <p:nvPr/>
          </p:nvCxnSpPr>
          <p:spPr>
            <a:xfrm rot="10800000">
              <a:off x="712700" y="1685400"/>
              <a:ext cx="0" cy="34581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67"/>
        <p:cNvGrpSpPr/>
        <p:nvPr/>
      </p:nvGrpSpPr>
      <p:grpSpPr>
        <a:xfrm>
          <a:off x="0" y="0"/>
          <a:ext cx="0" cy="0"/>
          <a:chOff x="0" y="0"/>
          <a:chExt cx="0" cy="0"/>
        </a:xfrm>
      </p:grpSpPr>
      <p:sp>
        <p:nvSpPr>
          <p:cNvPr id="368" name="Google Shape;368;p44"/>
          <p:cNvSpPr>
            <a:spLocks noGrp="1"/>
          </p:cNvSpPr>
          <p:nvPr>
            <p:ph type="pic" idx="2"/>
          </p:nvPr>
        </p:nvSpPr>
        <p:spPr>
          <a:xfrm>
            <a:off x="0" y="0"/>
            <a:ext cx="9144000" cy="5143500"/>
          </a:xfrm>
          <a:prstGeom prst="rect">
            <a:avLst/>
          </a:prstGeom>
          <a:noFill/>
          <a:ln>
            <a:noFill/>
          </a:ln>
        </p:spPr>
      </p:sp>
      <p:sp>
        <p:nvSpPr>
          <p:cNvPr id="369" name="Google Shape;369;p44"/>
          <p:cNvSpPr txBox="1">
            <a:spLocks noGrp="1"/>
          </p:cNvSpPr>
          <p:nvPr>
            <p:ph type="title"/>
          </p:nvPr>
        </p:nvSpPr>
        <p:spPr>
          <a:xfrm>
            <a:off x="713225" y="3946875"/>
            <a:ext cx="7717500" cy="6618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lgn="l">
              <a:spcBef>
                <a:spcPts val="0"/>
              </a:spcBef>
              <a:spcAft>
                <a:spcPts val="0"/>
              </a:spcAft>
              <a:buSzPts val="3100"/>
              <a:buNone/>
              <a:defRPr/>
            </a:lvl2pPr>
            <a:lvl3pPr lvl="2" algn="l">
              <a:spcBef>
                <a:spcPts val="0"/>
              </a:spcBef>
              <a:spcAft>
                <a:spcPts val="0"/>
              </a:spcAft>
              <a:buSzPts val="3100"/>
              <a:buNone/>
              <a:defRPr/>
            </a:lvl3pPr>
            <a:lvl4pPr lvl="3" algn="l">
              <a:spcBef>
                <a:spcPts val="0"/>
              </a:spcBef>
              <a:spcAft>
                <a:spcPts val="0"/>
              </a:spcAft>
              <a:buSzPts val="3100"/>
              <a:buNone/>
              <a:defRPr/>
            </a:lvl4pPr>
            <a:lvl5pPr lvl="4" algn="l">
              <a:spcBef>
                <a:spcPts val="0"/>
              </a:spcBef>
              <a:spcAft>
                <a:spcPts val="0"/>
              </a:spcAft>
              <a:buSzPts val="3100"/>
              <a:buNone/>
              <a:defRPr/>
            </a:lvl5pPr>
            <a:lvl6pPr lvl="5" algn="l">
              <a:spcBef>
                <a:spcPts val="0"/>
              </a:spcBef>
              <a:spcAft>
                <a:spcPts val="0"/>
              </a:spcAft>
              <a:buSzPts val="3100"/>
              <a:buNone/>
              <a:defRPr/>
            </a:lvl6pPr>
            <a:lvl7pPr lvl="6" algn="l">
              <a:spcBef>
                <a:spcPts val="0"/>
              </a:spcBef>
              <a:spcAft>
                <a:spcPts val="0"/>
              </a:spcAft>
              <a:buSzPts val="3100"/>
              <a:buNone/>
              <a:defRPr/>
            </a:lvl7pPr>
            <a:lvl8pPr lvl="7" algn="l">
              <a:spcBef>
                <a:spcPts val="0"/>
              </a:spcBef>
              <a:spcAft>
                <a:spcPts val="0"/>
              </a:spcAft>
              <a:buSzPts val="3100"/>
              <a:buNone/>
              <a:defRPr/>
            </a:lvl8pPr>
            <a:lvl9pPr lvl="8" algn="l">
              <a:spcBef>
                <a:spcPts val="0"/>
              </a:spcBef>
              <a:spcAft>
                <a:spcPts val="0"/>
              </a:spcAft>
              <a:buSzPts val="31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70"/>
        <p:cNvGrpSpPr/>
        <p:nvPr/>
      </p:nvGrpSpPr>
      <p:grpSpPr>
        <a:xfrm>
          <a:off x="0" y="0"/>
          <a:ext cx="0" cy="0"/>
          <a:chOff x="0" y="0"/>
          <a:chExt cx="0" cy="0"/>
        </a:xfrm>
      </p:grpSpPr>
      <p:sp>
        <p:nvSpPr>
          <p:cNvPr id="371" name="Google Shape;371;p45"/>
          <p:cNvSpPr txBox="1">
            <a:spLocks noGrp="1"/>
          </p:cNvSpPr>
          <p:nvPr>
            <p:ph type="title" hasCustomPrompt="1"/>
          </p:nvPr>
        </p:nvSpPr>
        <p:spPr>
          <a:xfrm>
            <a:off x="1604400" y="1600075"/>
            <a:ext cx="5935200" cy="13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372" name="Google Shape;372;p45"/>
          <p:cNvSpPr txBox="1">
            <a:spLocks noGrp="1"/>
          </p:cNvSpPr>
          <p:nvPr>
            <p:ph type="subTitle" idx="1"/>
          </p:nvPr>
        </p:nvSpPr>
        <p:spPr>
          <a:xfrm>
            <a:off x="1604400" y="2923675"/>
            <a:ext cx="5935200" cy="4233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a:endParaRPr/>
          </a:p>
        </p:txBody>
      </p:sp>
      <p:sp>
        <p:nvSpPr>
          <p:cNvPr id="373" name="Google Shape;373;p45"/>
          <p:cNvSpPr/>
          <p:nvPr/>
        </p:nvSpPr>
        <p:spPr>
          <a:xfrm rot="10800000">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4" name="Google Shape;374;p45"/>
          <p:cNvGrpSpPr/>
          <p:nvPr/>
        </p:nvGrpSpPr>
        <p:grpSpPr>
          <a:xfrm rot="10800000">
            <a:off x="-55325" y="0"/>
            <a:ext cx="9199325" cy="4604000"/>
            <a:chOff x="-55375" y="539500"/>
            <a:chExt cx="9199325" cy="4604000"/>
          </a:xfrm>
        </p:grpSpPr>
        <p:cxnSp>
          <p:nvCxnSpPr>
            <p:cNvPr id="375" name="Google Shape;375;p45"/>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376" name="Google Shape;376;p45"/>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377" name="Google Shape;377;p45"/>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378"/>
        <p:cNvGrpSpPr/>
        <p:nvPr/>
      </p:nvGrpSpPr>
      <p:grpSpPr>
        <a:xfrm>
          <a:off x="0" y="0"/>
          <a:ext cx="0" cy="0"/>
          <a:chOff x="0" y="0"/>
          <a:chExt cx="0" cy="0"/>
        </a:xfrm>
      </p:grpSpPr>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379"/>
        <p:cNvGrpSpPr/>
        <p:nvPr/>
      </p:nvGrpSpPr>
      <p:grpSpPr>
        <a:xfrm>
          <a:off x="0" y="0"/>
          <a:ext cx="0" cy="0"/>
          <a:chOff x="0" y="0"/>
          <a:chExt cx="0" cy="0"/>
        </a:xfrm>
      </p:grpSpPr>
      <p:sp>
        <p:nvSpPr>
          <p:cNvPr id="380" name="Google Shape;380;p4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381" name="Google Shape;381;p47"/>
          <p:cNvSpPr txBox="1">
            <a:spLocks noGrp="1"/>
          </p:cNvSpPr>
          <p:nvPr>
            <p:ph type="subTitle" idx="1"/>
          </p:nvPr>
        </p:nvSpPr>
        <p:spPr>
          <a:xfrm>
            <a:off x="1936100" y="2129352"/>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382" name="Google Shape;382;p47"/>
          <p:cNvSpPr txBox="1">
            <a:spLocks noGrp="1"/>
          </p:cNvSpPr>
          <p:nvPr>
            <p:ph type="subTitle" idx="2"/>
          </p:nvPr>
        </p:nvSpPr>
        <p:spPr>
          <a:xfrm>
            <a:off x="1936100" y="1370275"/>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83" name="Google Shape;383;p47"/>
          <p:cNvSpPr txBox="1">
            <a:spLocks noGrp="1"/>
          </p:cNvSpPr>
          <p:nvPr>
            <p:ph type="title" idx="3" hasCustomPrompt="1"/>
          </p:nvPr>
        </p:nvSpPr>
        <p:spPr>
          <a:xfrm>
            <a:off x="993600" y="1483400"/>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384" name="Google Shape;384;p47"/>
          <p:cNvSpPr txBox="1">
            <a:spLocks noGrp="1"/>
          </p:cNvSpPr>
          <p:nvPr>
            <p:ph type="subTitle" idx="4"/>
          </p:nvPr>
        </p:nvSpPr>
        <p:spPr>
          <a:xfrm>
            <a:off x="1936100" y="3827175"/>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385" name="Google Shape;385;p47"/>
          <p:cNvSpPr txBox="1">
            <a:spLocks noGrp="1"/>
          </p:cNvSpPr>
          <p:nvPr>
            <p:ph type="subTitle" idx="5"/>
          </p:nvPr>
        </p:nvSpPr>
        <p:spPr>
          <a:xfrm>
            <a:off x="1936100" y="3068200"/>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86" name="Google Shape;386;p47"/>
          <p:cNvSpPr txBox="1">
            <a:spLocks noGrp="1"/>
          </p:cNvSpPr>
          <p:nvPr>
            <p:ph type="title" idx="6" hasCustomPrompt="1"/>
          </p:nvPr>
        </p:nvSpPr>
        <p:spPr>
          <a:xfrm>
            <a:off x="993600" y="3179712"/>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387" name="Google Shape;387;p47"/>
          <p:cNvSpPr txBox="1">
            <a:spLocks noGrp="1"/>
          </p:cNvSpPr>
          <p:nvPr>
            <p:ph type="subTitle" idx="7"/>
          </p:nvPr>
        </p:nvSpPr>
        <p:spPr>
          <a:xfrm>
            <a:off x="5969570" y="2129352"/>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388" name="Google Shape;388;p47"/>
          <p:cNvSpPr txBox="1">
            <a:spLocks noGrp="1"/>
          </p:cNvSpPr>
          <p:nvPr>
            <p:ph type="subTitle" idx="8"/>
          </p:nvPr>
        </p:nvSpPr>
        <p:spPr>
          <a:xfrm>
            <a:off x="5969570" y="1370275"/>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89" name="Google Shape;389;p47"/>
          <p:cNvSpPr txBox="1">
            <a:spLocks noGrp="1"/>
          </p:cNvSpPr>
          <p:nvPr>
            <p:ph type="title" idx="9" hasCustomPrompt="1"/>
          </p:nvPr>
        </p:nvSpPr>
        <p:spPr>
          <a:xfrm>
            <a:off x="5033780" y="1483400"/>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390" name="Google Shape;390;p47"/>
          <p:cNvSpPr txBox="1">
            <a:spLocks noGrp="1"/>
          </p:cNvSpPr>
          <p:nvPr>
            <p:ph type="subTitle" idx="13"/>
          </p:nvPr>
        </p:nvSpPr>
        <p:spPr>
          <a:xfrm>
            <a:off x="5969570" y="3827175"/>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391" name="Google Shape;391;p47"/>
          <p:cNvSpPr txBox="1">
            <a:spLocks noGrp="1"/>
          </p:cNvSpPr>
          <p:nvPr>
            <p:ph type="subTitle" idx="14"/>
          </p:nvPr>
        </p:nvSpPr>
        <p:spPr>
          <a:xfrm>
            <a:off x="5969570" y="3068200"/>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392" name="Google Shape;392;p47"/>
          <p:cNvSpPr txBox="1">
            <a:spLocks noGrp="1"/>
          </p:cNvSpPr>
          <p:nvPr>
            <p:ph type="title" idx="15" hasCustomPrompt="1"/>
          </p:nvPr>
        </p:nvSpPr>
        <p:spPr>
          <a:xfrm>
            <a:off x="5033780" y="3179712"/>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cxnSp>
        <p:nvCxnSpPr>
          <p:cNvPr id="393" name="Google Shape;393;p47"/>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394"/>
        <p:cNvGrpSpPr/>
        <p:nvPr/>
      </p:nvGrpSpPr>
      <p:grpSpPr>
        <a:xfrm>
          <a:off x="0" y="0"/>
          <a:ext cx="0" cy="0"/>
          <a:chOff x="0" y="0"/>
          <a:chExt cx="0" cy="0"/>
        </a:xfrm>
      </p:grpSpPr>
      <p:sp>
        <p:nvSpPr>
          <p:cNvPr id="395" name="Google Shape;395;p48"/>
          <p:cNvSpPr txBox="1">
            <a:spLocks noGrp="1"/>
          </p:cNvSpPr>
          <p:nvPr>
            <p:ph type="title"/>
          </p:nvPr>
        </p:nvSpPr>
        <p:spPr>
          <a:xfrm>
            <a:off x="783150" y="3920175"/>
            <a:ext cx="7577700" cy="554100"/>
          </a:xfrm>
          <a:prstGeom prst="rect">
            <a:avLst/>
          </a:prstGeom>
        </p:spPr>
        <p:txBody>
          <a:bodyPr spcFirstLastPara="1" wrap="square" lIns="91425" tIns="91425" rIns="91425" bIns="91425" anchor="t" anchorCtr="0">
            <a:noAutofit/>
          </a:bodyPr>
          <a:lstStyle>
            <a:lvl1pPr lvl="0" algn="r">
              <a:spcBef>
                <a:spcPts val="0"/>
              </a:spcBef>
              <a:spcAft>
                <a:spcPts val="0"/>
              </a:spcAft>
              <a:buSzPts val="2400"/>
              <a:buNone/>
              <a:defRPr sz="27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6" name="Google Shape;396;p48"/>
          <p:cNvSpPr txBox="1">
            <a:spLocks noGrp="1"/>
          </p:cNvSpPr>
          <p:nvPr>
            <p:ph type="subTitle" idx="1"/>
          </p:nvPr>
        </p:nvSpPr>
        <p:spPr>
          <a:xfrm>
            <a:off x="783150" y="1931831"/>
            <a:ext cx="7577700" cy="19116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3500"/>
              <a:buNone/>
              <a:defRPr sz="3100"/>
            </a:lvl1pPr>
            <a:lvl2pPr lvl="1" algn="ctr">
              <a:lnSpc>
                <a:spcPct val="115000"/>
              </a:lnSpc>
              <a:spcBef>
                <a:spcPts val="0"/>
              </a:spcBef>
              <a:spcAft>
                <a:spcPts val="0"/>
              </a:spcAft>
              <a:buSzPts val="3500"/>
              <a:buNone/>
              <a:defRPr sz="3500"/>
            </a:lvl2pPr>
            <a:lvl3pPr lvl="2" algn="ctr">
              <a:lnSpc>
                <a:spcPct val="115000"/>
              </a:lnSpc>
              <a:spcBef>
                <a:spcPts val="0"/>
              </a:spcBef>
              <a:spcAft>
                <a:spcPts val="0"/>
              </a:spcAft>
              <a:buSzPts val="3500"/>
              <a:buNone/>
              <a:defRPr sz="3500"/>
            </a:lvl3pPr>
            <a:lvl4pPr lvl="3" algn="ctr">
              <a:lnSpc>
                <a:spcPct val="115000"/>
              </a:lnSpc>
              <a:spcBef>
                <a:spcPts val="0"/>
              </a:spcBef>
              <a:spcAft>
                <a:spcPts val="0"/>
              </a:spcAft>
              <a:buSzPts val="3500"/>
              <a:buNone/>
              <a:defRPr sz="3500"/>
            </a:lvl4pPr>
            <a:lvl5pPr lvl="4" algn="ctr">
              <a:lnSpc>
                <a:spcPct val="115000"/>
              </a:lnSpc>
              <a:spcBef>
                <a:spcPts val="0"/>
              </a:spcBef>
              <a:spcAft>
                <a:spcPts val="0"/>
              </a:spcAft>
              <a:buSzPts val="3500"/>
              <a:buNone/>
              <a:defRPr sz="3500"/>
            </a:lvl5pPr>
            <a:lvl6pPr lvl="5" algn="ctr">
              <a:lnSpc>
                <a:spcPct val="115000"/>
              </a:lnSpc>
              <a:spcBef>
                <a:spcPts val="0"/>
              </a:spcBef>
              <a:spcAft>
                <a:spcPts val="0"/>
              </a:spcAft>
              <a:buSzPts val="3500"/>
              <a:buNone/>
              <a:defRPr sz="3500"/>
            </a:lvl6pPr>
            <a:lvl7pPr lvl="6" algn="ctr">
              <a:lnSpc>
                <a:spcPct val="115000"/>
              </a:lnSpc>
              <a:spcBef>
                <a:spcPts val="0"/>
              </a:spcBef>
              <a:spcAft>
                <a:spcPts val="0"/>
              </a:spcAft>
              <a:buSzPts val="3500"/>
              <a:buNone/>
              <a:defRPr sz="3500"/>
            </a:lvl7pPr>
            <a:lvl8pPr lvl="7" algn="ctr">
              <a:lnSpc>
                <a:spcPct val="115000"/>
              </a:lnSpc>
              <a:spcBef>
                <a:spcPts val="0"/>
              </a:spcBef>
              <a:spcAft>
                <a:spcPts val="0"/>
              </a:spcAft>
              <a:buSzPts val="3500"/>
              <a:buNone/>
              <a:defRPr sz="3500"/>
            </a:lvl8pPr>
            <a:lvl9pPr lvl="8" algn="ctr">
              <a:lnSpc>
                <a:spcPct val="115000"/>
              </a:lnSpc>
              <a:spcBef>
                <a:spcPts val="0"/>
              </a:spcBef>
              <a:spcAft>
                <a:spcPts val="0"/>
              </a:spcAft>
              <a:buSzPts val="3500"/>
              <a:buNone/>
              <a:defRPr sz="3500"/>
            </a:lvl9pPr>
          </a:lstStyle>
          <a:p>
            <a:endParaRPr/>
          </a:p>
        </p:txBody>
      </p:sp>
      <p:cxnSp>
        <p:nvCxnSpPr>
          <p:cNvPr id="397" name="Google Shape;397;p48"/>
          <p:cNvCxnSpPr/>
          <p:nvPr/>
        </p:nvCxnSpPr>
        <p:spPr>
          <a:xfrm rot="10800000">
            <a:off x="75" y="4876025"/>
            <a:ext cx="8257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398"/>
        <p:cNvGrpSpPr/>
        <p:nvPr/>
      </p:nvGrpSpPr>
      <p:grpSpPr>
        <a:xfrm>
          <a:off x="0" y="0"/>
          <a:ext cx="0" cy="0"/>
          <a:chOff x="0" y="0"/>
          <a:chExt cx="0" cy="0"/>
        </a:xfrm>
      </p:grpSpPr>
      <p:sp>
        <p:nvSpPr>
          <p:cNvPr id="399" name="Google Shape;399;p49"/>
          <p:cNvSpPr txBox="1">
            <a:spLocks noGrp="1"/>
          </p:cNvSpPr>
          <p:nvPr>
            <p:ph type="title"/>
          </p:nvPr>
        </p:nvSpPr>
        <p:spPr>
          <a:xfrm flipH="1">
            <a:off x="4426725" y="2036300"/>
            <a:ext cx="3205200" cy="1477500"/>
          </a:xfrm>
          <a:prstGeom prst="rect">
            <a:avLst/>
          </a:prstGeom>
        </p:spPr>
        <p:txBody>
          <a:bodyPr spcFirstLastPara="1" wrap="square" lIns="91425" tIns="91425" rIns="91425" bIns="91425" anchor="t" anchorCtr="0">
            <a:noAutofit/>
          </a:bodyPr>
          <a:lstStyle>
            <a:lvl1pPr lvl="0" algn="r">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400" name="Google Shape;400;p49"/>
          <p:cNvSpPr txBox="1">
            <a:spLocks noGrp="1"/>
          </p:cNvSpPr>
          <p:nvPr>
            <p:ph type="title" idx="2" hasCustomPrompt="1"/>
          </p:nvPr>
        </p:nvSpPr>
        <p:spPr>
          <a:xfrm flipH="1">
            <a:off x="6555825" y="1012500"/>
            <a:ext cx="1076100" cy="870000"/>
          </a:xfrm>
          <a:prstGeom prst="rect">
            <a:avLst/>
          </a:prstGeom>
          <a:noFill/>
        </p:spPr>
        <p:txBody>
          <a:bodyPr spcFirstLastPara="1" wrap="square" lIns="91425" tIns="91425" rIns="91425" bIns="91425" anchor="ctr" anchorCtr="0">
            <a:noAutofit/>
          </a:bodyPr>
          <a:lstStyle>
            <a:lvl1pPr lvl="0" algn="r">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401" name="Google Shape;401;p49"/>
          <p:cNvSpPr txBox="1">
            <a:spLocks noGrp="1"/>
          </p:cNvSpPr>
          <p:nvPr>
            <p:ph type="subTitle" idx="1"/>
          </p:nvPr>
        </p:nvSpPr>
        <p:spPr>
          <a:xfrm flipH="1">
            <a:off x="4426725" y="3573275"/>
            <a:ext cx="3205200" cy="6975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a:endParaRPr/>
          </a:p>
        </p:txBody>
      </p:sp>
      <p:sp>
        <p:nvSpPr>
          <p:cNvPr id="402" name="Google Shape;402;p49"/>
          <p:cNvSpPr/>
          <p:nvPr/>
        </p:nvSpPr>
        <p:spPr>
          <a:xfrm flipH="1">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03" name="Google Shape;403;p49"/>
          <p:cNvCxnSpPr/>
          <p:nvPr/>
        </p:nvCxnSpPr>
        <p:spPr>
          <a:xfrm rot="10800000">
            <a:off x="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Numbers and text">
  <p:cSld name="CUSTOM_2">
    <p:spTree>
      <p:nvGrpSpPr>
        <p:cNvPr id="1" name="Shape 404"/>
        <p:cNvGrpSpPr/>
        <p:nvPr/>
      </p:nvGrpSpPr>
      <p:grpSpPr>
        <a:xfrm>
          <a:off x="0" y="0"/>
          <a:ext cx="0" cy="0"/>
          <a:chOff x="0" y="0"/>
          <a:chExt cx="0" cy="0"/>
        </a:xfrm>
      </p:grpSpPr>
      <p:sp>
        <p:nvSpPr>
          <p:cNvPr id="405" name="Google Shape;405;p5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06" name="Google Shape;406;p50"/>
          <p:cNvSpPr txBox="1">
            <a:spLocks noGrp="1"/>
          </p:cNvSpPr>
          <p:nvPr>
            <p:ph type="subTitle" idx="1"/>
          </p:nvPr>
        </p:nvSpPr>
        <p:spPr>
          <a:xfrm>
            <a:off x="713225"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07" name="Google Shape;407;p50"/>
          <p:cNvSpPr txBox="1">
            <a:spLocks noGrp="1"/>
          </p:cNvSpPr>
          <p:nvPr>
            <p:ph type="title" idx="2" hasCustomPrompt="1"/>
          </p:nvPr>
        </p:nvSpPr>
        <p:spPr>
          <a:xfrm>
            <a:off x="713225"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08" name="Google Shape;408;p50"/>
          <p:cNvSpPr txBox="1">
            <a:spLocks noGrp="1"/>
          </p:cNvSpPr>
          <p:nvPr>
            <p:ph type="subTitle" idx="3"/>
          </p:nvPr>
        </p:nvSpPr>
        <p:spPr>
          <a:xfrm>
            <a:off x="713225"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409" name="Google Shape;409;p50"/>
          <p:cNvSpPr txBox="1">
            <a:spLocks noGrp="1"/>
          </p:cNvSpPr>
          <p:nvPr>
            <p:ph type="subTitle" idx="4"/>
          </p:nvPr>
        </p:nvSpPr>
        <p:spPr>
          <a:xfrm>
            <a:off x="6030475"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10" name="Google Shape;410;p50"/>
          <p:cNvSpPr txBox="1">
            <a:spLocks noGrp="1"/>
          </p:cNvSpPr>
          <p:nvPr>
            <p:ph type="title" idx="5" hasCustomPrompt="1"/>
          </p:nvPr>
        </p:nvSpPr>
        <p:spPr>
          <a:xfrm>
            <a:off x="6030475"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11" name="Google Shape;411;p50"/>
          <p:cNvSpPr txBox="1">
            <a:spLocks noGrp="1"/>
          </p:cNvSpPr>
          <p:nvPr>
            <p:ph type="subTitle" idx="6"/>
          </p:nvPr>
        </p:nvSpPr>
        <p:spPr>
          <a:xfrm>
            <a:off x="6030475"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412" name="Google Shape;412;p50"/>
          <p:cNvSpPr txBox="1">
            <a:spLocks noGrp="1"/>
          </p:cNvSpPr>
          <p:nvPr>
            <p:ph type="subTitle" idx="7"/>
          </p:nvPr>
        </p:nvSpPr>
        <p:spPr>
          <a:xfrm>
            <a:off x="3371850"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13" name="Google Shape;413;p50"/>
          <p:cNvSpPr txBox="1">
            <a:spLocks noGrp="1"/>
          </p:cNvSpPr>
          <p:nvPr>
            <p:ph type="title" idx="8" hasCustomPrompt="1"/>
          </p:nvPr>
        </p:nvSpPr>
        <p:spPr>
          <a:xfrm>
            <a:off x="3371850"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414" name="Google Shape;414;p50"/>
          <p:cNvSpPr txBox="1">
            <a:spLocks noGrp="1"/>
          </p:cNvSpPr>
          <p:nvPr>
            <p:ph type="subTitle" idx="9"/>
          </p:nvPr>
        </p:nvSpPr>
        <p:spPr>
          <a:xfrm>
            <a:off x="3371850"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cxnSp>
        <p:nvCxnSpPr>
          <p:cNvPr id="415" name="Google Shape;415;p50"/>
          <p:cNvCxnSpPr/>
          <p:nvPr/>
        </p:nvCxnSpPr>
        <p:spPr>
          <a:xfrm rot="10800000">
            <a:off x="5035800" y="4797575"/>
            <a:ext cx="4108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Numbers and text 1">
  <p:cSld name="CUSTOM_2_1_2">
    <p:spTree>
      <p:nvGrpSpPr>
        <p:cNvPr id="1" name="Shape 416"/>
        <p:cNvGrpSpPr/>
        <p:nvPr/>
      </p:nvGrpSpPr>
      <p:grpSpPr>
        <a:xfrm>
          <a:off x="0" y="0"/>
          <a:ext cx="0" cy="0"/>
          <a:chOff x="0" y="0"/>
          <a:chExt cx="0" cy="0"/>
        </a:xfrm>
      </p:grpSpPr>
      <p:sp>
        <p:nvSpPr>
          <p:cNvPr id="417" name="Google Shape;417;p51"/>
          <p:cNvSpPr txBox="1">
            <a:spLocks noGrp="1"/>
          </p:cNvSpPr>
          <p:nvPr>
            <p:ph type="subTitle" idx="1"/>
          </p:nvPr>
        </p:nvSpPr>
        <p:spPr>
          <a:xfrm>
            <a:off x="2370900" y="1278125"/>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18" name="Google Shape;418;p51"/>
          <p:cNvSpPr txBox="1">
            <a:spLocks noGrp="1"/>
          </p:cNvSpPr>
          <p:nvPr>
            <p:ph type="title" hasCustomPrompt="1"/>
          </p:nvPr>
        </p:nvSpPr>
        <p:spPr>
          <a:xfrm>
            <a:off x="2370900" y="572825"/>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419" name="Google Shape;419;p51"/>
          <p:cNvSpPr txBox="1">
            <a:spLocks noGrp="1"/>
          </p:cNvSpPr>
          <p:nvPr>
            <p:ph type="subTitle" idx="2"/>
          </p:nvPr>
        </p:nvSpPr>
        <p:spPr>
          <a:xfrm>
            <a:off x="2370900" y="4087875"/>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20" name="Google Shape;420;p51"/>
          <p:cNvSpPr txBox="1">
            <a:spLocks noGrp="1"/>
          </p:cNvSpPr>
          <p:nvPr>
            <p:ph type="title" idx="3" hasCustomPrompt="1"/>
          </p:nvPr>
        </p:nvSpPr>
        <p:spPr>
          <a:xfrm>
            <a:off x="2370900" y="3382575"/>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421" name="Google Shape;421;p51"/>
          <p:cNvSpPr txBox="1">
            <a:spLocks noGrp="1"/>
          </p:cNvSpPr>
          <p:nvPr>
            <p:ph type="subTitle" idx="4"/>
          </p:nvPr>
        </p:nvSpPr>
        <p:spPr>
          <a:xfrm>
            <a:off x="2370900" y="2683000"/>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22" name="Google Shape;422;p51"/>
          <p:cNvSpPr txBox="1">
            <a:spLocks noGrp="1"/>
          </p:cNvSpPr>
          <p:nvPr>
            <p:ph type="title" idx="5" hasCustomPrompt="1"/>
          </p:nvPr>
        </p:nvSpPr>
        <p:spPr>
          <a:xfrm>
            <a:off x="2370900" y="1977700"/>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grpSp>
        <p:nvGrpSpPr>
          <p:cNvPr id="423" name="Google Shape;423;p51"/>
          <p:cNvGrpSpPr/>
          <p:nvPr/>
        </p:nvGrpSpPr>
        <p:grpSpPr>
          <a:xfrm>
            <a:off x="711250" y="-125"/>
            <a:ext cx="7719525" cy="5143625"/>
            <a:chOff x="711250" y="-125"/>
            <a:chExt cx="7719525" cy="5143625"/>
          </a:xfrm>
        </p:grpSpPr>
        <p:cxnSp>
          <p:nvCxnSpPr>
            <p:cNvPr id="424" name="Google Shape;424;p51"/>
            <p:cNvCxnSpPr/>
            <p:nvPr/>
          </p:nvCxnSpPr>
          <p:spPr>
            <a:xfrm rot="10800000">
              <a:off x="711250" y="2191500"/>
              <a:ext cx="0" cy="2952000"/>
            </a:xfrm>
            <a:prstGeom prst="straightConnector1">
              <a:avLst/>
            </a:prstGeom>
            <a:noFill/>
            <a:ln w="9525" cap="flat" cmpd="sng">
              <a:solidFill>
                <a:schemeClr val="dk1"/>
              </a:solidFill>
              <a:prstDash val="solid"/>
              <a:round/>
              <a:headEnd type="none" w="med" len="med"/>
              <a:tailEnd type="none" w="med" len="med"/>
            </a:ln>
          </p:spPr>
        </p:cxnSp>
        <p:cxnSp>
          <p:nvCxnSpPr>
            <p:cNvPr id="425" name="Google Shape;425;p51"/>
            <p:cNvCxnSpPr/>
            <p:nvPr/>
          </p:nvCxnSpPr>
          <p:spPr>
            <a:xfrm rot="10800000">
              <a:off x="8430775" y="-125"/>
              <a:ext cx="0" cy="2191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only 1">
  <p:cSld name="CUSTOM_2_1_1">
    <p:spTree>
      <p:nvGrpSpPr>
        <p:cNvPr id="1" name="Shape 426"/>
        <p:cNvGrpSpPr/>
        <p:nvPr/>
      </p:nvGrpSpPr>
      <p:grpSpPr>
        <a:xfrm>
          <a:off x="0" y="0"/>
          <a:ext cx="0" cy="0"/>
          <a:chOff x="0" y="0"/>
          <a:chExt cx="0" cy="0"/>
        </a:xfrm>
      </p:grpSpPr>
      <p:sp>
        <p:nvSpPr>
          <p:cNvPr id="427" name="Google Shape;427;p52"/>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grpSp>
        <p:nvGrpSpPr>
          <p:cNvPr id="428" name="Google Shape;428;p52"/>
          <p:cNvGrpSpPr/>
          <p:nvPr/>
        </p:nvGrpSpPr>
        <p:grpSpPr>
          <a:xfrm flipH="1">
            <a:off x="0" y="4876025"/>
            <a:ext cx="9144000" cy="267600"/>
            <a:chOff x="0" y="4876025"/>
            <a:chExt cx="9144000" cy="267600"/>
          </a:xfrm>
        </p:grpSpPr>
        <p:sp>
          <p:nvSpPr>
            <p:cNvPr id="429" name="Google Shape;429;p52"/>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0" name="Google Shape;430;p52"/>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only 2">
  <p:cSld name="CUSTOM_2_1_1_2">
    <p:spTree>
      <p:nvGrpSpPr>
        <p:cNvPr id="1" name="Shape 431"/>
        <p:cNvGrpSpPr/>
        <p:nvPr/>
      </p:nvGrpSpPr>
      <p:grpSpPr>
        <a:xfrm>
          <a:off x="0" y="0"/>
          <a:ext cx="0" cy="0"/>
          <a:chOff x="0" y="0"/>
          <a:chExt cx="0" cy="0"/>
        </a:xfrm>
      </p:grpSpPr>
      <p:sp>
        <p:nvSpPr>
          <p:cNvPr id="432" name="Google Shape;432;p5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cxnSp>
        <p:nvCxnSpPr>
          <p:cNvPr id="433" name="Google Shape;433;p53"/>
          <p:cNvCxnSpPr/>
          <p:nvPr/>
        </p:nvCxnSpPr>
        <p:spPr>
          <a:xfrm>
            <a:off x="0" y="262400"/>
            <a:ext cx="2286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ext">
  <p:cSld name="CUSTOM_2_1_1_1">
    <p:spTree>
      <p:nvGrpSpPr>
        <p:cNvPr id="1" name="Shape 434"/>
        <p:cNvGrpSpPr/>
        <p:nvPr/>
      </p:nvGrpSpPr>
      <p:grpSpPr>
        <a:xfrm>
          <a:off x="0" y="0"/>
          <a:ext cx="0" cy="0"/>
          <a:chOff x="0" y="0"/>
          <a:chExt cx="0" cy="0"/>
        </a:xfrm>
      </p:grpSpPr>
      <p:grpSp>
        <p:nvGrpSpPr>
          <p:cNvPr id="435" name="Google Shape;435;p54"/>
          <p:cNvGrpSpPr/>
          <p:nvPr/>
        </p:nvGrpSpPr>
        <p:grpSpPr>
          <a:xfrm>
            <a:off x="0" y="0"/>
            <a:ext cx="9144075" cy="5143500"/>
            <a:chOff x="0" y="0"/>
            <a:chExt cx="9144075" cy="5143500"/>
          </a:xfrm>
        </p:grpSpPr>
        <p:sp>
          <p:nvSpPr>
            <p:cNvPr id="436" name="Google Shape;436;p54"/>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4"/>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8" name="Google Shape;438;p54"/>
          <p:cNvSpPr txBox="1">
            <a:spLocks noGrp="1"/>
          </p:cNvSpPr>
          <p:nvPr>
            <p:ph type="title"/>
          </p:nvPr>
        </p:nvSpPr>
        <p:spPr>
          <a:xfrm>
            <a:off x="4035075" y="1441250"/>
            <a:ext cx="3428100" cy="1185300"/>
          </a:xfrm>
          <a:prstGeom prst="rect">
            <a:avLst/>
          </a:prstGeom>
        </p:spPr>
        <p:txBody>
          <a:bodyPr spcFirstLastPara="1" wrap="square" lIns="91425" tIns="91425" rIns="91425" bIns="91425" anchor="t" anchorCtr="0">
            <a:noAutofit/>
          </a:bodyPr>
          <a:lstStyle>
            <a:lvl1pPr lvl="0" algn="r">
              <a:spcBef>
                <a:spcPts val="0"/>
              </a:spcBef>
              <a:spcAft>
                <a:spcPts val="0"/>
              </a:spcAft>
              <a:buSzPts val="9200"/>
              <a:buNone/>
              <a:defRPr sz="65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439" name="Google Shape;439;p54"/>
          <p:cNvSpPr txBox="1">
            <a:spLocks noGrp="1"/>
          </p:cNvSpPr>
          <p:nvPr>
            <p:ph type="subTitle" idx="1"/>
          </p:nvPr>
        </p:nvSpPr>
        <p:spPr>
          <a:xfrm>
            <a:off x="4035075" y="2568000"/>
            <a:ext cx="3428100" cy="9720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a:endParaRPr/>
          </a:p>
        </p:txBody>
      </p:sp>
      <p:grpSp>
        <p:nvGrpSpPr>
          <p:cNvPr id="440" name="Google Shape;440;p54"/>
          <p:cNvGrpSpPr/>
          <p:nvPr/>
        </p:nvGrpSpPr>
        <p:grpSpPr>
          <a:xfrm>
            <a:off x="150" y="539500"/>
            <a:ext cx="8430625" cy="4604000"/>
            <a:chOff x="150" y="539500"/>
            <a:chExt cx="8430625" cy="4604000"/>
          </a:xfrm>
        </p:grpSpPr>
        <p:cxnSp>
          <p:nvCxnSpPr>
            <p:cNvPr id="441" name="Google Shape;441;p54"/>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54"/>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ext 1">
  <p:cSld name="CUSTOM_11">
    <p:spTree>
      <p:nvGrpSpPr>
        <p:cNvPr id="1" name="Shape 443"/>
        <p:cNvGrpSpPr/>
        <p:nvPr/>
      </p:nvGrpSpPr>
      <p:grpSpPr>
        <a:xfrm>
          <a:off x="0" y="0"/>
          <a:ext cx="0" cy="0"/>
          <a:chOff x="0" y="0"/>
          <a:chExt cx="0" cy="0"/>
        </a:xfrm>
      </p:grpSpPr>
      <p:sp>
        <p:nvSpPr>
          <p:cNvPr id="444" name="Google Shape;444;p55"/>
          <p:cNvSpPr txBox="1">
            <a:spLocks noGrp="1"/>
          </p:cNvSpPr>
          <p:nvPr>
            <p:ph type="body" idx="1"/>
          </p:nvPr>
        </p:nvSpPr>
        <p:spPr>
          <a:xfrm>
            <a:off x="1691100" y="1759300"/>
            <a:ext cx="5761800" cy="2092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dk2"/>
              </a:buClr>
              <a:buSzPts val="1400"/>
              <a:buFont typeface="Red Hat Display"/>
              <a:buChar char="■"/>
              <a:defRPr/>
            </a:lvl1pPr>
            <a:lvl2pPr marL="914400" lvl="1" indent="-317500">
              <a:spcBef>
                <a:spcPts val="1600"/>
              </a:spcBef>
              <a:spcAft>
                <a:spcPts val="0"/>
              </a:spcAft>
              <a:buClr>
                <a:srgbClr val="FFFFFF"/>
              </a:buClr>
              <a:buSzPts val="1400"/>
              <a:buFont typeface="Red Hat Display"/>
              <a:buChar char="○"/>
              <a:defRPr/>
            </a:lvl2pPr>
            <a:lvl3pPr marL="1371600" lvl="2" indent="-317500">
              <a:spcBef>
                <a:spcPts val="1600"/>
              </a:spcBef>
              <a:spcAft>
                <a:spcPts val="0"/>
              </a:spcAft>
              <a:buClr>
                <a:srgbClr val="FFFFFF"/>
              </a:buClr>
              <a:buSzPts val="1400"/>
              <a:buFont typeface="Red Hat Display"/>
              <a:buChar char="■"/>
              <a:defRPr/>
            </a:lvl3pPr>
            <a:lvl4pPr marL="1828800" lvl="3" indent="-317500">
              <a:spcBef>
                <a:spcPts val="1600"/>
              </a:spcBef>
              <a:spcAft>
                <a:spcPts val="0"/>
              </a:spcAft>
              <a:buClr>
                <a:srgbClr val="FFFFFF"/>
              </a:buClr>
              <a:buSzPts val="1400"/>
              <a:buFont typeface="Red Hat Display"/>
              <a:buChar char="●"/>
              <a:defRPr/>
            </a:lvl4pPr>
            <a:lvl5pPr marL="2286000" lvl="4" indent="-317500">
              <a:spcBef>
                <a:spcPts val="1600"/>
              </a:spcBef>
              <a:spcAft>
                <a:spcPts val="0"/>
              </a:spcAft>
              <a:buClr>
                <a:srgbClr val="FFFFFF"/>
              </a:buClr>
              <a:buSzPts val="1400"/>
              <a:buFont typeface="Red Hat Display"/>
              <a:buChar char="○"/>
              <a:defRPr/>
            </a:lvl5pPr>
            <a:lvl6pPr marL="2743200" lvl="5" indent="-317500">
              <a:spcBef>
                <a:spcPts val="1600"/>
              </a:spcBef>
              <a:spcAft>
                <a:spcPts val="0"/>
              </a:spcAft>
              <a:buClr>
                <a:srgbClr val="FFFFFF"/>
              </a:buClr>
              <a:buSzPts val="1400"/>
              <a:buFont typeface="Red Hat Display"/>
              <a:buChar char="■"/>
              <a:defRPr/>
            </a:lvl6pPr>
            <a:lvl7pPr marL="3200400" lvl="6" indent="-317500">
              <a:spcBef>
                <a:spcPts val="1600"/>
              </a:spcBef>
              <a:spcAft>
                <a:spcPts val="0"/>
              </a:spcAft>
              <a:buClr>
                <a:srgbClr val="FFFFFF"/>
              </a:buClr>
              <a:buSzPts val="1400"/>
              <a:buFont typeface="Red Hat Display"/>
              <a:buChar char="●"/>
              <a:defRPr/>
            </a:lvl7pPr>
            <a:lvl8pPr marL="3657600" lvl="7" indent="-317500">
              <a:spcBef>
                <a:spcPts val="1600"/>
              </a:spcBef>
              <a:spcAft>
                <a:spcPts val="0"/>
              </a:spcAft>
              <a:buClr>
                <a:srgbClr val="FFFFFF"/>
              </a:buClr>
              <a:buSzPts val="1400"/>
              <a:buFont typeface="Red Hat Display"/>
              <a:buChar char="○"/>
              <a:defRPr/>
            </a:lvl8pPr>
            <a:lvl9pPr marL="4114800" lvl="8" indent="-317500">
              <a:spcBef>
                <a:spcPts val="1600"/>
              </a:spcBef>
              <a:spcAft>
                <a:spcPts val="1600"/>
              </a:spcAft>
              <a:buClr>
                <a:srgbClr val="FFFFFF"/>
              </a:buClr>
              <a:buSzPts val="1400"/>
              <a:buFont typeface="Red Hat Display"/>
              <a:buChar char="■"/>
              <a:defRPr/>
            </a:lvl9pPr>
          </a:lstStyle>
          <a:p>
            <a:endParaRPr/>
          </a:p>
        </p:txBody>
      </p:sp>
      <p:sp>
        <p:nvSpPr>
          <p:cNvPr id="445" name="Google Shape;445;p5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46" name="Google Shape;446;p55"/>
          <p:cNvSpPr/>
          <p:nvPr/>
        </p:nvSpPr>
        <p:spPr>
          <a:xfrm flipH="1">
            <a:off x="0" y="487590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 name="Google Shape;447;p55"/>
          <p:cNvGrpSpPr/>
          <p:nvPr/>
        </p:nvGrpSpPr>
        <p:grpSpPr>
          <a:xfrm>
            <a:off x="276825" y="267475"/>
            <a:ext cx="8860200" cy="4876025"/>
            <a:chOff x="276825" y="267475"/>
            <a:chExt cx="8860200" cy="4876025"/>
          </a:xfrm>
        </p:grpSpPr>
        <p:cxnSp>
          <p:nvCxnSpPr>
            <p:cNvPr id="448" name="Google Shape;448;p55"/>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449" name="Google Shape;449;p55"/>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ext 2">
  <p:cSld name="CUSTOM_2_1_1_1_1_1">
    <p:spTree>
      <p:nvGrpSpPr>
        <p:cNvPr id="1" name="Shape 450"/>
        <p:cNvGrpSpPr/>
        <p:nvPr/>
      </p:nvGrpSpPr>
      <p:grpSpPr>
        <a:xfrm>
          <a:off x="0" y="0"/>
          <a:ext cx="0" cy="0"/>
          <a:chOff x="0" y="0"/>
          <a:chExt cx="0" cy="0"/>
        </a:xfrm>
      </p:grpSpPr>
      <p:sp>
        <p:nvSpPr>
          <p:cNvPr id="451" name="Google Shape;451;p56"/>
          <p:cNvSpPr txBox="1">
            <a:spLocks noGrp="1"/>
          </p:cNvSpPr>
          <p:nvPr>
            <p:ph type="title"/>
          </p:nvPr>
        </p:nvSpPr>
        <p:spPr>
          <a:xfrm>
            <a:off x="948325" y="1409875"/>
            <a:ext cx="4863300" cy="6618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52" name="Google Shape;452;p56"/>
          <p:cNvSpPr txBox="1">
            <a:spLocks noGrp="1"/>
          </p:cNvSpPr>
          <p:nvPr>
            <p:ph type="subTitle" idx="1"/>
          </p:nvPr>
        </p:nvSpPr>
        <p:spPr>
          <a:xfrm>
            <a:off x="948325" y="2172700"/>
            <a:ext cx="4863300" cy="1519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dk2"/>
              </a:buClr>
              <a:buSzPts val="1400"/>
              <a:buChar char="■"/>
              <a:defRPr/>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sp>
        <p:nvSpPr>
          <p:cNvPr id="453" name="Google Shape;453;p56"/>
          <p:cNvSpPr/>
          <p:nvPr/>
        </p:nvSpPr>
        <p:spPr>
          <a:xfrm rot="10800000" flipH="1">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 name="Google Shape;454;p56"/>
          <p:cNvGrpSpPr/>
          <p:nvPr/>
        </p:nvGrpSpPr>
        <p:grpSpPr>
          <a:xfrm rot="10800000" flipH="1">
            <a:off x="-55375" y="0"/>
            <a:ext cx="9199250" cy="4604000"/>
            <a:chOff x="-55375" y="539500"/>
            <a:chExt cx="9199250" cy="4604000"/>
          </a:xfrm>
        </p:grpSpPr>
        <p:cxnSp>
          <p:nvCxnSpPr>
            <p:cNvPr id="455" name="Google Shape;455;p56"/>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456" name="Google Shape;456;p56"/>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457" name="Google Shape;457;p56"/>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text 3">
  <p:cSld name="CUSTOM_2_1_1_1_1_1_1">
    <p:spTree>
      <p:nvGrpSpPr>
        <p:cNvPr id="1" name="Shape 458"/>
        <p:cNvGrpSpPr/>
        <p:nvPr/>
      </p:nvGrpSpPr>
      <p:grpSpPr>
        <a:xfrm>
          <a:off x="0" y="0"/>
          <a:ext cx="0" cy="0"/>
          <a:chOff x="0" y="0"/>
          <a:chExt cx="0" cy="0"/>
        </a:xfrm>
      </p:grpSpPr>
      <p:sp>
        <p:nvSpPr>
          <p:cNvPr id="459" name="Google Shape;459;p57"/>
          <p:cNvSpPr txBox="1">
            <a:spLocks noGrp="1"/>
          </p:cNvSpPr>
          <p:nvPr>
            <p:ph type="title"/>
          </p:nvPr>
        </p:nvSpPr>
        <p:spPr>
          <a:xfrm>
            <a:off x="1262175" y="1405950"/>
            <a:ext cx="2630100" cy="11391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60" name="Google Shape;460;p57"/>
          <p:cNvSpPr txBox="1">
            <a:spLocks noGrp="1"/>
          </p:cNvSpPr>
          <p:nvPr>
            <p:ph type="subTitle" idx="1"/>
          </p:nvPr>
        </p:nvSpPr>
        <p:spPr>
          <a:xfrm>
            <a:off x="1262175" y="2545038"/>
            <a:ext cx="2630100" cy="1143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61" name="Google Shape;461;p57"/>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57"/>
          <p:cNvGrpSpPr/>
          <p:nvPr/>
        </p:nvGrpSpPr>
        <p:grpSpPr>
          <a:xfrm rot="10800000">
            <a:off x="0" y="363100"/>
            <a:ext cx="8860200" cy="4780400"/>
            <a:chOff x="283800" y="0"/>
            <a:chExt cx="8860200" cy="4780400"/>
          </a:xfrm>
        </p:grpSpPr>
        <p:cxnSp>
          <p:nvCxnSpPr>
            <p:cNvPr id="463" name="Google Shape;463;p57"/>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464" name="Google Shape;464;p57"/>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4">
  <p:cSld name="CUSTOM_2_1_1_1_1_1_1_1">
    <p:spTree>
      <p:nvGrpSpPr>
        <p:cNvPr id="1" name="Shape 465"/>
        <p:cNvGrpSpPr/>
        <p:nvPr/>
      </p:nvGrpSpPr>
      <p:grpSpPr>
        <a:xfrm>
          <a:off x="0" y="0"/>
          <a:ext cx="0" cy="0"/>
          <a:chOff x="0" y="0"/>
          <a:chExt cx="0" cy="0"/>
        </a:xfrm>
      </p:grpSpPr>
      <p:sp>
        <p:nvSpPr>
          <p:cNvPr id="466" name="Google Shape;466;p58"/>
          <p:cNvSpPr txBox="1">
            <a:spLocks noGrp="1"/>
          </p:cNvSpPr>
          <p:nvPr>
            <p:ph type="title"/>
          </p:nvPr>
        </p:nvSpPr>
        <p:spPr>
          <a:xfrm>
            <a:off x="4746788" y="1405950"/>
            <a:ext cx="2630100" cy="1139100"/>
          </a:xfrm>
          <a:prstGeom prst="rect">
            <a:avLst/>
          </a:prstGeom>
        </p:spPr>
        <p:txBody>
          <a:bodyPr spcFirstLastPara="1" wrap="square" lIns="91425" tIns="91425" rIns="91425" bIns="91425" anchor="t" anchorCtr="0">
            <a:noAutofit/>
          </a:bodyPr>
          <a:lstStyle>
            <a:lvl1pPr lvl="0" algn="r">
              <a:spcBef>
                <a:spcPts val="0"/>
              </a:spcBef>
              <a:spcAft>
                <a:spcPts val="0"/>
              </a:spcAft>
              <a:buSzPts val="3100"/>
              <a:buNone/>
              <a:defRPr/>
            </a:lvl1pPr>
            <a:lvl2pPr lvl="1" algn="r">
              <a:spcBef>
                <a:spcPts val="0"/>
              </a:spcBef>
              <a:spcAft>
                <a:spcPts val="0"/>
              </a:spcAft>
              <a:buSzPts val="3100"/>
              <a:buNone/>
              <a:defRPr/>
            </a:lvl2pPr>
            <a:lvl3pPr lvl="2" algn="r">
              <a:spcBef>
                <a:spcPts val="0"/>
              </a:spcBef>
              <a:spcAft>
                <a:spcPts val="0"/>
              </a:spcAft>
              <a:buSzPts val="3100"/>
              <a:buNone/>
              <a:defRPr/>
            </a:lvl3pPr>
            <a:lvl4pPr lvl="3" algn="r">
              <a:spcBef>
                <a:spcPts val="0"/>
              </a:spcBef>
              <a:spcAft>
                <a:spcPts val="0"/>
              </a:spcAft>
              <a:buSzPts val="3100"/>
              <a:buNone/>
              <a:defRPr/>
            </a:lvl4pPr>
            <a:lvl5pPr lvl="4" algn="r">
              <a:spcBef>
                <a:spcPts val="0"/>
              </a:spcBef>
              <a:spcAft>
                <a:spcPts val="0"/>
              </a:spcAft>
              <a:buSzPts val="3100"/>
              <a:buNone/>
              <a:defRPr/>
            </a:lvl5pPr>
            <a:lvl6pPr lvl="5" algn="r">
              <a:spcBef>
                <a:spcPts val="0"/>
              </a:spcBef>
              <a:spcAft>
                <a:spcPts val="0"/>
              </a:spcAft>
              <a:buSzPts val="3100"/>
              <a:buNone/>
              <a:defRPr/>
            </a:lvl6pPr>
            <a:lvl7pPr lvl="6" algn="r">
              <a:spcBef>
                <a:spcPts val="0"/>
              </a:spcBef>
              <a:spcAft>
                <a:spcPts val="0"/>
              </a:spcAft>
              <a:buSzPts val="3100"/>
              <a:buNone/>
              <a:defRPr/>
            </a:lvl7pPr>
            <a:lvl8pPr lvl="7" algn="r">
              <a:spcBef>
                <a:spcPts val="0"/>
              </a:spcBef>
              <a:spcAft>
                <a:spcPts val="0"/>
              </a:spcAft>
              <a:buSzPts val="3100"/>
              <a:buNone/>
              <a:defRPr/>
            </a:lvl8pPr>
            <a:lvl9pPr lvl="8" algn="r">
              <a:spcBef>
                <a:spcPts val="0"/>
              </a:spcBef>
              <a:spcAft>
                <a:spcPts val="0"/>
              </a:spcAft>
              <a:buSzPts val="3100"/>
              <a:buNone/>
              <a:defRPr/>
            </a:lvl9pPr>
          </a:lstStyle>
          <a:p>
            <a:endParaRPr/>
          </a:p>
        </p:txBody>
      </p:sp>
      <p:sp>
        <p:nvSpPr>
          <p:cNvPr id="467" name="Google Shape;467;p58"/>
          <p:cNvSpPr txBox="1">
            <a:spLocks noGrp="1"/>
          </p:cNvSpPr>
          <p:nvPr>
            <p:ph type="subTitle" idx="1"/>
          </p:nvPr>
        </p:nvSpPr>
        <p:spPr>
          <a:xfrm>
            <a:off x="4746788" y="2545038"/>
            <a:ext cx="2630100" cy="11436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a:endParaRPr/>
          </a:p>
        </p:txBody>
      </p:sp>
      <p:grpSp>
        <p:nvGrpSpPr>
          <p:cNvPr id="468" name="Google Shape;468;p58"/>
          <p:cNvGrpSpPr/>
          <p:nvPr/>
        </p:nvGrpSpPr>
        <p:grpSpPr>
          <a:xfrm flipH="1">
            <a:off x="0" y="0"/>
            <a:ext cx="9144075" cy="5143500"/>
            <a:chOff x="0" y="0"/>
            <a:chExt cx="9144075" cy="5143500"/>
          </a:xfrm>
        </p:grpSpPr>
        <p:grpSp>
          <p:nvGrpSpPr>
            <p:cNvPr id="469" name="Google Shape;469;p58"/>
            <p:cNvGrpSpPr/>
            <p:nvPr/>
          </p:nvGrpSpPr>
          <p:grpSpPr>
            <a:xfrm>
              <a:off x="0" y="0"/>
              <a:ext cx="9144075" cy="5143500"/>
              <a:chOff x="0" y="0"/>
              <a:chExt cx="9144075" cy="5143500"/>
            </a:xfrm>
          </p:grpSpPr>
          <p:sp>
            <p:nvSpPr>
              <p:cNvPr id="470" name="Google Shape;470;p58"/>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58"/>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58"/>
            <p:cNvGrpSpPr/>
            <p:nvPr/>
          </p:nvGrpSpPr>
          <p:grpSpPr>
            <a:xfrm>
              <a:off x="150" y="539500"/>
              <a:ext cx="8430625" cy="4604000"/>
              <a:chOff x="150" y="539500"/>
              <a:chExt cx="8430625" cy="4604000"/>
            </a:xfrm>
          </p:grpSpPr>
          <p:cxnSp>
            <p:nvCxnSpPr>
              <p:cNvPr id="473" name="Google Shape;473;p5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474" name="Google Shape;474;p58"/>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475"/>
        <p:cNvGrpSpPr/>
        <p:nvPr/>
      </p:nvGrpSpPr>
      <p:grpSpPr>
        <a:xfrm>
          <a:off x="0" y="0"/>
          <a:ext cx="0" cy="0"/>
          <a:chOff x="0" y="0"/>
          <a:chExt cx="0" cy="0"/>
        </a:xfrm>
      </p:grpSpPr>
      <p:sp>
        <p:nvSpPr>
          <p:cNvPr id="476" name="Google Shape;476;p5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77" name="Google Shape;477;p59"/>
          <p:cNvSpPr txBox="1">
            <a:spLocks noGrp="1"/>
          </p:cNvSpPr>
          <p:nvPr>
            <p:ph type="body" idx="1"/>
          </p:nvPr>
        </p:nvSpPr>
        <p:spPr>
          <a:xfrm>
            <a:off x="713225" y="1682875"/>
            <a:ext cx="3780900" cy="2734800"/>
          </a:xfrm>
          <a:prstGeom prst="rect">
            <a:avLst/>
          </a:prstGeom>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Char char="■"/>
              <a:defRPr/>
            </a:lvl1pPr>
            <a:lvl2pPr marL="914400" lvl="1" indent="-317500">
              <a:lnSpc>
                <a:spcPct val="115000"/>
              </a:lnSpc>
              <a:spcBef>
                <a:spcPts val="0"/>
              </a:spcBef>
              <a:spcAft>
                <a:spcPts val="0"/>
              </a:spcAft>
              <a:buSzPts val="1400"/>
              <a:buFont typeface="Chivo"/>
              <a:buChar char="○"/>
              <a:defRPr/>
            </a:lvl2pPr>
            <a:lvl3pPr marL="1371600" lvl="2" indent="-317500">
              <a:lnSpc>
                <a:spcPct val="115000"/>
              </a:lnSpc>
              <a:spcBef>
                <a:spcPts val="1600"/>
              </a:spcBef>
              <a:spcAft>
                <a:spcPts val="0"/>
              </a:spcAft>
              <a:buSzPts val="1400"/>
              <a:buFont typeface="Chivo"/>
              <a:buChar char="■"/>
              <a:defRPr/>
            </a:lvl3pPr>
            <a:lvl4pPr marL="1828800" lvl="3" indent="-317500">
              <a:lnSpc>
                <a:spcPct val="115000"/>
              </a:lnSpc>
              <a:spcBef>
                <a:spcPts val="1600"/>
              </a:spcBef>
              <a:spcAft>
                <a:spcPts val="0"/>
              </a:spcAft>
              <a:buSzPts val="1400"/>
              <a:buFont typeface="Chivo"/>
              <a:buChar char="●"/>
              <a:defRPr/>
            </a:lvl4pPr>
            <a:lvl5pPr marL="2286000" lvl="4" indent="-317500">
              <a:lnSpc>
                <a:spcPct val="115000"/>
              </a:lnSpc>
              <a:spcBef>
                <a:spcPts val="1600"/>
              </a:spcBef>
              <a:spcAft>
                <a:spcPts val="0"/>
              </a:spcAft>
              <a:buSzPts val="1400"/>
              <a:buFont typeface="Chivo"/>
              <a:buChar char="○"/>
              <a:defRPr/>
            </a:lvl5pPr>
            <a:lvl6pPr marL="2743200" lvl="5" indent="-317500">
              <a:lnSpc>
                <a:spcPct val="115000"/>
              </a:lnSpc>
              <a:spcBef>
                <a:spcPts val="1600"/>
              </a:spcBef>
              <a:spcAft>
                <a:spcPts val="0"/>
              </a:spcAft>
              <a:buSzPts val="1400"/>
              <a:buFont typeface="Chivo"/>
              <a:buChar char="■"/>
              <a:defRPr/>
            </a:lvl6pPr>
            <a:lvl7pPr marL="3200400" lvl="6" indent="-317500">
              <a:lnSpc>
                <a:spcPct val="115000"/>
              </a:lnSpc>
              <a:spcBef>
                <a:spcPts val="1600"/>
              </a:spcBef>
              <a:spcAft>
                <a:spcPts val="0"/>
              </a:spcAft>
              <a:buSzPts val="1400"/>
              <a:buFont typeface="Chivo"/>
              <a:buChar char="●"/>
              <a:defRPr/>
            </a:lvl7pPr>
            <a:lvl8pPr marL="3657600" lvl="7" indent="-317500">
              <a:lnSpc>
                <a:spcPct val="115000"/>
              </a:lnSpc>
              <a:spcBef>
                <a:spcPts val="1600"/>
              </a:spcBef>
              <a:spcAft>
                <a:spcPts val="0"/>
              </a:spcAft>
              <a:buSzPts val="1400"/>
              <a:buFont typeface="Chivo"/>
              <a:buChar char="○"/>
              <a:defRPr/>
            </a:lvl8pPr>
            <a:lvl9pPr marL="4114800" lvl="8" indent="-317500">
              <a:lnSpc>
                <a:spcPct val="115000"/>
              </a:lnSpc>
              <a:spcBef>
                <a:spcPts val="1600"/>
              </a:spcBef>
              <a:spcAft>
                <a:spcPts val="1600"/>
              </a:spcAft>
              <a:buSzPts val="1400"/>
              <a:buFont typeface="Chivo"/>
              <a:buChar char="■"/>
              <a:defRPr/>
            </a:lvl9pPr>
          </a:lstStyle>
          <a:p>
            <a:endParaRPr/>
          </a:p>
        </p:txBody>
      </p:sp>
      <p:sp>
        <p:nvSpPr>
          <p:cNvPr id="478" name="Google Shape;478;p59"/>
          <p:cNvSpPr txBox="1">
            <a:spLocks noGrp="1"/>
          </p:cNvSpPr>
          <p:nvPr>
            <p:ph type="body" idx="2"/>
          </p:nvPr>
        </p:nvSpPr>
        <p:spPr>
          <a:xfrm>
            <a:off x="4651325" y="1682875"/>
            <a:ext cx="3780900" cy="2734800"/>
          </a:xfrm>
          <a:prstGeom prst="rect">
            <a:avLst/>
          </a:prstGeom>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Char char="■"/>
              <a:defRPr/>
            </a:lvl1pPr>
            <a:lvl2pPr marL="914400" lvl="1" indent="-317500">
              <a:lnSpc>
                <a:spcPct val="115000"/>
              </a:lnSpc>
              <a:spcBef>
                <a:spcPts val="0"/>
              </a:spcBef>
              <a:spcAft>
                <a:spcPts val="0"/>
              </a:spcAft>
              <a:buSzPts val="1400"/>
              <a:buFont typeface="Chivo"/>
              <a:buChar char="○"/>
              <a:defRPr/>
            </a:lvl2pPr>
            <a:lvl3pPr marL="1371600" lvl="2" indent="-317500">
              <a:lnSpc>
                <a:spcPct val="115000"/>
              </a:lnSpc>
              <a:spcBef>
                <a:spcPts val="1600"/>
              </a:spcBef>
              <a:spcAft>
                <a:spcPts val="0"/>
              </a:spcAft>
              <a:buSzPts val="1400"/>
              <a:buFont typeface="Chivo"/>
              <a:buChar char="■"/>
              <a:defRPr/>
            </a:lvl3pPr>
            <a:lvl4pPr marL="1828800" lvl="3" indent="-317500">
              <a:lnSpc>
                <a:spcPct val="115000"/>
              </a:lnSpc>
              <a:spcBef>
                <a:spcPts val="1600"/>
              </a:spcBef>
              <a:spcAft>
                <a:spcPts val="0"/>
              </a:spcAft>
              <a:buSzPts val="1400"/>
              <a:buFont typeface="Chivo"/>
              <a:buChar char="●"/>
              <a:defRPr/>
            </a:lvl4pPr>
            <a:lvl5pPr marL="2286000" lvl="4" indent="-317500">
              <a:lnSpc>
                <a:spcPct val="115000"/>
              </a:lnSpc>
              <a:spcBef>
                <a:spcPts val="1600"/>
              </a:spcBef>
              <a:spcAft>
                <a:spcPts val="0"/>
              </a:spcAft>
              <a:buSzPts val="1400"/>
              <a:buFont typeface="Chivo"/>
              <a:buChar char="○"/>
              <a:defRPr/>
            </a:lvl5pPr>
            <a:lvl6pPr marL="2743200" lvl="5" indent="-317500">
              <a:lnSpc>
                <a:spcPct val="115000"/>
              </a:lnSpc>
              <a:spcBef>
                <a:spcPts val="1600"/>
              </a:spcBef>
              <a:spcAft>
                <a:spcPts val="0"/>
              </a:spcAft>
              <a:buSzPts val="1400"/>
              <a:buFont typeface="Chivo"/>
              <a:buChar char="■"/>
              <a:defRPr/>
            </a:lvl6pPr>
            <a:lvl7pPr marL="3200400" lvl="6" indent="-317500">
              <a:lnSpc>
                <a:spcPct val="115000"/>
              </a:lnSpc>
              <a:spcBef>
                <a:spcPts val="1600"/>
              </a:spcBef>
              <a:spcAft>
                <a:spcPts val="0"/>
              </a:spcAft>
              <a:buSzPts val="1400"/>
              <a:buFont typeface="Chivo"/>
              <a:buChar char="●"/>
              <a:defRPr/>
            </a:lvl7pPr>
            <a:lvl8pPr marL="3657600" lvl="7" indent="-317500">
              <a:lnSpc>
                <a:spcPct val="115000"/>
              </a:lnSpc>
              <a:spcBef>
                <a:spcPts val="1600"/>
              </a:spcBef>
              <a:spcAft>
                <a:spcPts val="0"/>
              </a:spcAft>
              <a:buSzPts val="1400"/>
              <a:buFont typeface="Chivo"/>
              <a:buChar char="○"/>
              <a:defRPr/>
            </a:lvl8pPr>
            <a:lvl9pPr marL="4114800" lvl="8" indent="-317500">
              <a:lnSpc>
                <a:spcPct val="115000"/>
              </a:lnSpc>
              <a:spcBef>
                <a:spcPts val="1600"/>
              </a:spcBef>
              <a:spcAft>
                <a:spcPts val="1600"/>
              </a:spcAft>
              <a:buSzPts val="1400"/>
              <a:buFont typeface="Chivo"/>
              <a:buChar char="■"/>
              <a:defRPr/>
            </a:lvl9pPr>
          </a:lstStyle>
          <a:p>
            <a:endParaRPr/>
          </a:p>
        </p:txBody>
      </p:sp>
      <p:sp>
        <p:nvSpPr>
          <p:cNvPr id="479" name="Google Shape;479;p59"/>
          <p:cNvSpPr txBox="1">
            <a:spLocks noGrp="1"/>
          </p:cNvSpPr>
          <p:nvPr>
            <p:ph type="subTitle" idx="3"/>
          </p:nvPr>
        </p:nvSpPr>
        <p:spPr>
          <a:xfrm>
            <a:off x="713250" y="1217050"/>
            <a:ext cx="77175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80" name="Google Shape;480;p59"/>
          <p:cNvSpPr/>
          <p:nvPr/>
        </p:nvSpPr>
        <p:spPr>
          <a:xfrm flipH="1">
            <a:off x="71340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1" name="Google Shape;481;p59"/>
          <p:cNvGrpSpPr/>
          <p:nvPr/>
        </p:nvGrpSpPr>
        <p:grpSpPr>
          <a:xfrm>
            <a:off x="283800" y="-4100"/>
            <a:ext cx="8576400" cy="5147625"/>
            <a:chOff x="283800" y="-4100"/>
            <a:chExt cx="8576400" cy="5147625"/>
          </a:xfrm>
        </p:grpSpPr>
        <p:cxnSp>
          <p:nvCxnSpPr>
            <p:cNvPr id="482" name="Google Shape;482;p59"/>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483" name="Google Shape;483;p59"/>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two columns 2">
  <p:cSld name="CUSTOM_3_1">
    <p:spTree>
      <p:nvGrpSpPr>
        <p:cNvPr id="1" name="Shape 484"/>
        <p:cNvGrpSpPr/>
        <p:nvPr/>
      </p:nvGrpSpPr>
      <p:grpSpPr>
        <a:xfrm>
          <a:off x="0" y="0"/>
          <a:ext cx="0" cy="0"/>
          <a:chOff x="0" y="0"/>
          <a:chExt cx="0" cy="0"/>
        </a:xfrm>
      </p:grpSpPr>
      <p:sp>
        <p:nvSpPr>
          <p:cNvPr id="485" name="Google Shape;485;p6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86" name="Google Shape;486;p60"/>
          <p:cNvSpPr txBox="1">
            <a:spLocks noGrp="1"/>
          </p:cNvSpPr>
          <p:nvPr>
            <p:ph type="subTitle" idx="1"/>
          </p:nvPr>
        </p:nvSpPr>
        <p:spPr>
          <a:xfrm>
            <a:off x="1106875" y="1964500"/>
            <a:ext cx="3200400" cy="1887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87" name="Google Shape;487;p60"/>
          <p:cNvSpPr txBox="1">
            <a:spLocks noGrp="1"/>
          </p:cNvSpPr>
          <p:nvPr>
            <p:ph type="subTitle" idx="2"/>
          </p:nvPr>
        </p:nvSpPr>
        <p:spPr>
          <a:xfrm>
            <a:off x="4836725" y="1964500"/>
            <a:ext cx="3200400" cy="1887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88" name="Google Shape;488;p60"/>
          <p:cNvSpPr/>
          <p:nvPr/>
        </p:nvSpPr>
        <p:spPr>
          <a:xfrm rot="10800000">
            <a:off x="8860200"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9" name="Google Shape;489;p60"/>
          <p:cNvGrpSpPr/>
          <p:nvPr/>
        </p:nvGrpSpPr>
        <p:grpSpPr>
          <a:xfrm rot="10800000">
            <a:off x="-125" y="267450"/>
            <a:ext cx="9002225" cy="4876050"/>
            <a:chOff x="141900" y="-26"/>
            <a:chExt cx="9002225" cy="4876050"/>
          </a:xfrm>
        </p:grpSpPr>
        <p:cxnSp>
          <p:nvCxnSpPr>
            <p:cNvPr id="490" name="Google Shape;490;p60"/>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491" name="Google Shape;491;p60"/>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492"/>
        <p:cNvGrpSpPr/>
        <p:nvPr/>
      </p:nvGrpSpPr>
      <p:grpSpPr>
        <a:xfrm>
          <a:off x="0" y="0"/>
          <a:ext cx="0" cy="0"/>
          <a:chOff x="0" y="0"/>
          <a:chExt cx="0" cy="0"/>
        </a:xfrm>
      </p:grpSpPr>
      <p:sp>
        <p:nvSpPr>
          <p:cNvPr id="493" name="Google Shape;493;p6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494" name="Google Shape;494;p61"/>
          <p:cNvSpPr txBox="1">
            <a:spLocks noGrp="1"/>
          </p:cNvSpPr>
          <p:nvPr>
            <p:ph type="subTitle" idx="1"/>
          </p:nvPr>
        </p:nvSpPr>
        <p:spPr>
          <a:xfrm>
            <a:off x="713263"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95" name="Google Shape;495;p61"/>
          <p:cNvSpPr txBox="1">
            <a:spLocks noGrp="1"/>
          </p:cNvSpPr>
          <p:nvPr>
            <p:ph type="subTitle" idx="2"/>
          </p:nvPr>
        </p:nvSpPr>
        <p:spPr>
          <a:xfrm>
            <a:off x="713263" y="2785375"/>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496" name="Google Shape;496;p61"/>
          <p:cNvSpPr txBox="1">
            <a:spLocks noGrp="1"/>
          </p:cNvSpPr>
          <p:nvPr>
            <p:ph type="subTitle" idx="3"/>
          </p:nvPr>
        </p:nvSpPr>
        <p:spPr>
          <a:xfrm>
            <a:off x="6030438"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97" name="Google Shape;497;p61"/>
          <p:cNvSpPr txBox="1">
            <a:spLocks noGrp="1"/>
          </p:cNvSpPr>
          <p:nvPr>
            <p:ph type="subTitle" idx="4"/>
          </p:nvPr>
        </p:nvSpPr>
        <p:spPr>
          <a:xfrm>
            <a:off x="6030438" y="2782400"/>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498" name="Google Shape;498;p61"/>
          <p:cNvSpPr txBox="1">
            <a:spLocks noGrp="1"/>
          </p:cNvSpPr>
          <p:nvPr>
            <p:ph type="subTitle" idx="5"/>
          </p:nvPr>
        </p:nvSpPr>
        <p:spPr>
          <a:xfrm>
            <a:off x="3371850"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499" name="Google Shape;499;p61"/>
          <p:cNvSpPr txBox="1">
            <a:spLocks noGrp="1"/>
          </p:cNvSpPr>
          <p:nvPr>
            <p:ph type="subTitle" idx="6"/>
          </p:nvPr>
        </p:nvSpPr>
        <p:spPr>
          <a:xfrm>
            <a:off x="3371850" y="2782400"/>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itle and three columns 1">
  <p:cSld name="CUSTOM_5">
    <p:spTree>
      <p:nvGrpSpPr>
        <p:cNvPr id="1" name="Shape 500"/>
        <p:cNvGrpSpPr/>
        <p:nvPr/>
      </p:nvGrpSpPr>
      <p:grpSpPr>
        <a:xfrm>
          <a:off x="0" y="0"/>
          <a:ext cx="0" cy="0"/>
          <a:chOff x="0" y="0"/>
          <a:chExt cx="0" cy="0"/>
        </a:xfrm>
      </p:grpSpPr>
      <p:sp>
        <p:nvSpPr>
          <p:cNvPr id="501" name="Google Shape;501;p62"/>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502" name="Google Shape;502;p62"/>
          <p:cNvSpPr txBox="1">
            <a:spLocks noGrp="1"/>
          </p:cNvSpPr>
          <p:nvPr>
            <p:ph type="subTitle" idx="1"/>
          </p:nvPr>
        </p:nvSpPr>
        <p:spPr>
          <a:xfrm>
            <a:off x="865625"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03" name="Google Shape;503;p62"/>
          <p:cNvSpPr txBox="1">
            <a:spLocks noGrp="1"/>
          </p:cNvSpPr>
          <p:nvPr>
            <p:ph type="subTitle" idx="2"/>
          </p:nvPr>
        </p:nvSpPr>
        <p:spPr>
          <a:xfrm>
            <a:off x="865625"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04" name="Google Shape;504;p62"/>
          <p:cNvSpPr txBox="1">
            <a:spLocks noGrp="1"/>
          </p:cNvSpPr>
          <p:nvPr>
            <p:ph type="subTitle" idx="3"/>
          </p:nvPr>
        </p:nvSpPr>
        <p:spPr>
          <a:xfrm>
            <a:off x="6015775"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05" name="Google Shape;505;p62"/>
          <p:cNvSpPr txBox="1">
            <a:spLocks noGrp="1"/>
          </p:cNvSpPr>
          <p:nvPr>
            <p:ph type="subTitle" idx="4"/>
          </p:nvPr>
        </p:nvSpPr>
        <p:spPr>
          <a:xfrm>
            <a:off x="6015775"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06" name="Google Shape;506;p62"/>
          <p:cNvSpPr txBox="1">
            <a:spLocks noGrp="1"/>
          </p:cNvSpPr>
          <p:nvPr>
            <p:ph type="subTitle" idx="5"/>
          </p:nvPr>
        </p:nvSpPr>
        <p:spPr>
          <a:xfrm>
            <a:off x="3440700"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07" name="Google Shape;507;p62"/>
          <p:cNvSpPr txBox="1">
            <a:spLocks noGrp="1"/>
          </p:cNvSpPr>
          <p:nvPr>
            <p:ph type="subTitle" idx="6"/>
          </p:nvPr>
        </p:nvSpPr>
        <p:spPr>
          <a:xfrm>
            <a:off x="3440700"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08" name="Google Shape;508;p62"/>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09" name="Google Shape;509;p62"/>
          <p:cNvGrpSpPr/>
          <p:nvPr/>
        </p:nvGrpSpPr>
        <p:grpSpPr>
          <a:xfrm>
            <a:off x="283800" y="-48"/>
            <a:ext cx="8860200" cy="5009873"/>
            <a:chOff x="283800" y="-48"/>
            <a:chExt cx="8860200" cy="5009873"/>
          </a:xfrm>
        </p:grpSpPr>
        <p:cxnSp>
          <p:nvCxnSpPr>
            <p:cNvPr id="510" name="Google Shape;510;p62"/>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511" name="Google Shape;511;p62"/>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512"/>
        <p:cNvGrpSpPr/>
        <p:nvPr/>
      </p:nvGrpSpPr>
      <p:grpSpPr>
        <a:xfrm>
          <a:off x="0" y="0"/>
          <a:ext cx="0" cy="0"/>
          <a:chOff x="0" y="0"/>
          <a:chExt cx="0" cy="0"/>
        </a:xfrm>
      </p:grpSpPr>
      <p:sp>
        <p:nvSpPr>
          <p:cNvPr id="513" name="Google Shape;513;p6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514" name="Google Shape;514;p63"/>
          <p:cNvSpPr txBox="1">
            <a:spLocks noGrp="1"/>
          </p:cNvSpPr>
          <p:nvPr>
            <p:ph type="subTitle" idx="1"/>
          </p:nvPr>
        </p:nvSpPr>
        <p:spPr>
          <a:xfrm>
            <a:off x="1877250" y="1850002"/>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515" name="Google Shape;515;p63"/>
          <p:cNvSpPr txBox="1">
            <a:spLocks noGrp="1"/>
          </p:cNvSpPr>
          <p:nvPr>
            <p:ph type="subTitle" idx="2"/>
          </p:nvPr>
        </p:nvSpPr>
        <p:spPr>
          <a:xfrm>
            <a:off x="1877250" y="1375200"/>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16" name="Google Shape;516;p63"/>
          <p:cNvSpPr txBox="1">
            <a:spLocks noGrp="1"/>
          </p:cNvSpPr>
          <p:nvPr>
            <p:ph type="subTitle" idx="3"/>
          </p:nvPr>
        </p:nvSpPr>
        <p:spPr>
          <a:xfrm>
            <a:off x="1877250" y="3515601"/>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517" name="Google Shape;517;p63"/>
          <p:cNvSpPr txBox="1">
            <a:spLocks noGrp="1"/>
          </p:cNvSpPr>
          <p:nvPr>
            <p:ph type="subTitle" idx="4"/>
          </p:nvPr>
        </p:nvSpPr>
        <p:spPr>
          <a:xfrm>
            <a:off x="1877250" y="3040799"/>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18" name="Google Shape;518;p63"/>
          <p:cNvSpPr txBox="1">
            <a:spLocks noGrp="1"/>
          </p:cNvSpPr>
          <p:nvPr>
            <p:ph type="subTitle" idx="5"/>
          </p:nvPr>
        </p:nvSpPr>
        <p:spPr>
          <a:xfrm>
            <a:off x="6112075" y="1850002"/>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519" name="Google Shape;519;p63"/>
          <p:cNvSpPr txBox="1">
            <a:spLocks noGrp="1"/>
          </p:cNvSpPr>
          <p:nvPr>
            <p:ph type="subTitle" idx="6"/>
          </p:nvPr>
        </p:nvSpPr>
        <p:spPr>
          <a:xfrm>
            <a:off x="6112075" y="1375200"/>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20" name="Google Shape;520;p63"/>
          <p:cNvSpPr txBox="1">
            <a:spLocks noGrp="1"/>
          </p:cNvSpPr>
          <p:nvPr>
            <p:ph type="subTitle" idx="7"/>
          </p:nvPr>
        </p:nvSpPr>
        <p:spPr>
          <a:xfrm>
            <a:off x="6112075" y="3515601"/>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521" name="Google Shape;521;p63"/>
          <p:cNvSpPr txBox="1">
            <a:spLocks noGrp="1"/>
          </p:cNvSpPr>
          <p:nvPr>
            <p:ph type="subTitle" idx="8"/>
          </p:nvPr>
        </p:nvSpPr>
        <p:spPr>
          <a:xfrm>
            <a:off x="6112075" y="3040799"/>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22" name="Google Shape;522;p63"/>
          <p:cNvSpPr/>
          <p:nvPr/>
        </p:nvSpPr>
        <p:spPr>
          <a:xfrm flipH="1">
            <a:off x="886020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23" name="Google Shape;523;p63"/>
          <p:cNvCxnSpPr/>
          <p:nvPr/>
        </p:nvCxnSpPr>
        <p:spPr>
          <a:xfrm rot="10800000">
            <a:off x="9002100" y="-26"/>
            <a:ext cx="0" cy="3958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524"/>
        <p:cNvGrpSpPr/>
        <p:nvPr/>
      </p:nvGrpSpPr>
      <p:grpSpPr>
        <a:xfrm>
          <a:off x="0" y="0"/>
          <a:ext cx="0" cy="0"/>
          <a:chOff x="0" y="0"/>
          <a:chExt cx="0" cy="0"/>
        </a:xfrm>
      </p:grpSpPr>
      <p:sp>
        <p:nvSpPr>
          <p:cNvPr id="525" name="Google Shape;525;p6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526" name="Google Shape;526;p64"/>
          <p:cNvSpPr txBox="1">
            <a:spLocks noGrp="1"/>
          </p:cNvSpPr>
          <p:nvPr>
            <p:ph type="subTitle" idx="1"/>
          </p:nvPr>
        </p:nvSpPr>
        <p:spPr>
          <a:xfrm>
            <a:off x="7132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27" name="Google Shape;527;p64"/>
          <p:cNvSpPr txBox="1">
            <a:spLocks noGrp="1"/>
          </p:cNvSpPr>
          <p:nvPr>
            <p:ph type="subTitle" idx="2"/>
          </p:nvPr>
        </p:nvSpPr>
        <p:spPr>
          <a:xfrm>
            <a:off x="7132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28" name="Google Shape;528;p64"/>
          <p:cNvSpPr txBox="1">
            <a:spLocks noGrp="1"/>
          </p:cNvSpPr>
          <p:nvPr>
            <p:ph type="subTitle" idx="3"/>
          </p:nvPr>
        </p:nvSpPr>
        <p:spPr>
          <a:xfrm>
            <a:off x="60304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29" name="Google Shape;529;p64"/>
          <p:cNvSpPr txBox="1">
            <a:spLocks noGrp="1"/>
          </p:cNvSpPr>
          <p:nvPr>
            <p:ph type="subTitle" idx="4"/>
          </p:nvPr>
        </p:nvSpPr>
        <p:spPr>
          <a:xfrm>
            <a:off x="60304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30" name="Google Shape;530;p64"/>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31" name="Google Shape;531;p64"/>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32" name="Google Shape;532;p64"/>
          <p:cNvSpPr txBox="1">
            <a:spLocks noGrp="1"/>
          </p:cNvSpPr>
          <p:nvPr>
            <p:ph type="subTitle" idx="7"/>
          </p:nvPr>
        </p:nvSpPr>
        <p:spPr>
          <a:xfrm>
            <a:off x="2042531"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33" name="Google Shape;533;p64"/>
          <p:cNvSpPr txBox="1">
            <a:spLocks noGrp="1"/>
          </p:cNvSpPr>
          <p:nvPr>
            <p:ph type="subTitle" idx="8"/>
          </p:nvPr>
        </p:nvSpPr>
        <p:spPr>
          <a:xfrm>
            <a:off x="2042531"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34" name="Google Shape;534;p64"/>
          <p:cNvSpPr txBox="1">
            <a:spLocks noGrp="1"/>
          </p:cNvSpPr>
          <p:nvPr>
            <p:ph type="subTitle" idx="9"/>
          </p:nvPr>
        </p:nvSpPr>
        <p:spPr>
          <a:xfrm>
            <a:off x="4701169"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35" name="Google Shape;535;p64"/>
          <p:cNvSpPr txBox="1">
            <a:spLocks noGrp="1"/>
          </p:cNvSpPr>
          <p:nvPr>
            <p:ph type="subTitle" idx="13"/>
          </p:nvPr>
        </p:nvSpPr>
        <p:spPr>
          <a:xfrm>
            <a:off x="4701169"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36" name="Google Shape;536;p64"/>
          <p:cNvSpPr/>
          <p:nvPr/>
        </p:nvSpPr>
        <p:spPr>
          <a:xfrm>
            <a:off x="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7" name="Google Shape;537;p64"/>
          <p:cNvGrpSpPr/>
          <p:nvPr/>
        </p:nvGrpSpPr>
        <p:grpSpPr>
          <a:xfrm flipH="1">
            <a:off x="283800" y="-4100"/>
            <a:ext cx="8576400" cy="5147625"/>
            <a:chOff x="283800" y="-4100"/>
            <a:chExt cx="8576400" cy="5147625"/>
          </a:xfrm>
        </p:grpSpPr>
        <p:cxnSp>
          <p:nvCxnSpPr>
            <p:cNvPr id="538" name="Google Shape;538;p64"/>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539" name="Google Shape;539;p64"/>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540"/>
        <p:cNvGrpSpPr/>
        <p:nvPr/>
      </p:nvGrpSpPr>
      <p:grpSpPr>
        <a:xfrm>
          <a:off x="0" y="0"/>
          <a:ext cx="0" cy="0"/>
          <a:chOff x="0" y="0"/>
          <a:chExt cx="0" cy="0"/>
        </a:xfrm>
      </p:grpSpPr>
      <p:sp>
        <p:nvSpPr>
          <p:cNvPr id="541" name="Google Shape;541;p6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542" name="Google Shape;542;p65"/>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43" name="Google Shape;543;p65"/>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44" name="Google Shape;544;p65"/>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45" name="Google Shape;545;p65"/>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46" name="Google Shape;546;p65"/>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47" name="Google Shape;547;p65"/>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48" name="Google Shape;548;p65"/>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49" name="Google Shape;549;p65"/>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50" name="Google Shape;550;p65"/>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51" name="Google Shape;551;p65"/>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52" name="Google Shape;552;p65"/>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53" name="Google Shape;553;p65"/>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554" name="Google Shape;554;p65"/>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5" name="Google Shape;555;p65"/>
          <p:cNvGrpSpPr/>
          <p:nvPr/>
        </p:nvGrpSpPr>
        <p:grpSpPr>
          <a:xfrm rot="10800000" flipH="1">
            <a:off x="141925" y="267450"/>
            <a:ext cx="9001950" cy="4876050"/>
            <a:chOff x="141900" y="-26"/>
            <a:chExt cx="9001950" cy="4876050"/>
          </a:xfrm>
        </p:grpSpPr>
        <p:cxnSp>
          <p:nvCxnSpPr>
            <p:cNvPr id="556" name="Google Shape;556;p65"/>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557" name="Google Shape;557;p65"/>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558"/>
        <p:cNvGrpSpPr/>
        <p:nvPr/>
      </p:nvGrpSpPr>
      <p:grpSpPr>
        <a:xfrm>
          <a:off x="0" y="0"/>
          <a:ext cx="0" cy="0"/>
          <a:chOff x="0" y="0"/>
          <a:chExt cx="0" cy="0"/>
        </a:xfrm>
      </p:grpSpPr>
      <p:sp>
        <p:nvSpPr>
          <p:cNvPr id="559" name="Google Shape;559;p66"/>
          <p:cNvSpPr txBox="1">
            <a:spLocks noGrp="1"/>
          </p:cNvSpPr>
          <p:nvPr>
            <p:ph type="title"/>
          </p:nvPr>
        </p:nvSpPr>
        <p:spPr>
          <a:xfrm>
            <a:off x="2654700" y="530250"/>
            <a:ext cx="3834600" cy="11082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560" name="Google Shape;560;p66"/>
          <p:cNvSpPr txBox="1">
            <a:spLocks noGrp="1"/>
          </p:cNvSpPr>
          <p:nvPr>
            <p:ph type="subTitle" idx="1"/>
          </p:nvPr>
        </p:nvSpPr>
        <p:spPr>
          <a:xfrm>
            <a:off x="2654700" y="2342156"/>
            <a:ext cx="3834600" cy="972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650"/>
              <a:buNone/>
              <a:defRPr sz="1550" b="1"/>
            </a:lvl1pPr>
            <a:lvl2pPr lvl="1" algn="ctr">
              <a:lnSpc>
                <a:spcPct val="115000"/>
              </a:lnSpc>
              <a:spcBef>
                <a:spcPts val="0"/>
              </a:spcBef>
              <a:spcAft>
                <a:spcPts val="0"/>
              </a:spcAft>
              <a:buSzPts val="1650"/>
              <a:buNone/>
              <a:defRPr sz="1650" b="1"/>
            </a:lvl2pPr>
            <a:lvl3pPr lvl="2" algn="ctr">
              <a:lnSpc>
                <a:spcPct val="115000"/>
              </a:lnSpc>
              <a:spcBef>
                <a:spcPts val="0"/>
              </a:spcBef>
              <a:spcAft>
                <a:spcPts val="0"/>
              </a:spcAft>
              <a:buSzPts val="1650"/>
              <a:buNone/>
              <a:defRPr sz="1650" b="1"/>
            </a:lvl3pPr>
            <a:lvl4pPr lvl="3" algn="ctr">
              <a:lnSpc>
                <a:spcPct val="115000"/>
              </a:lnSpc>
              <a:spcBef>
                <a:spcPts val="0"/>
              </a:spcBef>
              <a:spcAft>
                <a:spcPts val="0"/>
              </a:spcAft>
              <a:buSzPts val="1650"/>
              <a:buNone/>
              <a:defRPr sz="1650" b="1"/>
            </a:lvl4pPr>
            <a:lvl5pPr lvl="4" algn="ctr">
              <a:lnSpc>
                <a:spcPct val="115000"/>
              </a:lnSpc>
              <a:spcBef>
                <a:spcPts val="0"/>
              </a:spcBef>
              <a:spcAft>
                <a:spcPts val="0"/>
              </a:spcAft>
              <a:buSzPts val="1650"/>
              <a:buNone/>
              <a:defRPr sz="1650" b="1"/>
            </a:lvl5pPr>
            <a:lvl6pPr lvl="5" algn="ctr">
              <a:lnSpc>
                <a:spcPct val="115000"/>
              </a:lnSpc>
              <a:spcBef>
                <a:spcPts val="0"/>
              </a:spcBef>
              <a:spcAft>
                <a:spcPts val="0"/>
              </a:spcAft>
              <a:buSzPts val="1650"/>
              <a:buNone/>
              <a:defRPr sz="1650" b="1"/>
            </a:lvl6pPr>
            <a:lvl7pPr lvl="6" algn="ctr">
              <a:lnSpc>
                <a:spcPct val="115000"/>
              </a:lnSpc>
              <a:spcBef>
                <a:spcPts val="0"/>
              </a:spcBef>
              <a:spcAft>
                <a:spcPts val="0"/>
              </a:spcAft>
              <a:buSzPts val="1650"/>
              <a:buNone/>
              <a:defRPr sz="1650" b="1"/>
            </a:lvl7pPr>
            <a:lvl8pPr lvl="7" algn="ctr">
              <a:lnSpc>
                <a:spcPct val="115000"/>
              </a:lnSpc>
              <a:spcBef>
                <a:spcPts val="0"/>
              </a:spcBef>
              <a:spcAft>
                <a:spcPts val="0"/>
              </a:spcAft>
              <a:buSzPts val="1650"/>
              <a:buNone/>
              <a:defRPr sz="1650" b="1"/>
            </a:lvl8pPr>
            <a:lvl9pPr lvl="8" algn="ctr">
              <a:lnSpc>
                <a:spcPct val="115000"/>
              </a:lnSpc>
              <a:spcBef>
                <a:spcPts val="0"/>
              </a:spcBef>
              <a:spcAft>
                <a:spcPts val="0"/>
              </a:spcAft>
              <a:buSzPts val="1650"/>
              <a:buNone/>
              <a:defRPr sz="1650" b="1"/>
            </a:lvl9pPr>
          </a:lstStyle>
          <a:p>
            <a:endParaRPr/>
          </a:p>
        </p:txBody>
      </p:sp>
      <p:sp>
        <p:nvSpPr>
          <p:cNvPr id="561" name="Google Shape;561;p66"/>
          <p:cNvSpPr txBox="1">
            <a:spLocks noGrp="1"/>
          </p:cNvSpPr>
          <p:nvPr>
            <p:ph type="subTitle" idx="2"/>
          </p:nvPr>
        </p:nvSpPr>
        <p:spPr>
          <a:xfrm>
            <a:off x="2654700" y="4111851"/>
            <a:ext cx="3834600" cy="3387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300"/>
              <a:buNone/>
              <a:defRPr sz="1000"/>
            </a:lvl1pPr>
            <a:lvl2pPr lvl="1" algn="ctr">
              <a:lnSpc>
                <a:spcPct val="115000"/>
              </a:lnSpc>
              <a:spcBef>
                <a:spcPts val="0"/>
              </a:spcBef>
              <a:spcAft>
                <a:spcPts val="0"/>
              </a:spcAft>
              <a:buSzPts val="1300"/>
              <a:buNone/>
              <a:defRPr sz="1300" b="1"/>
            </a:lvl2pPr>
            <a:lvl3pPr lvl="2" algn="ctr">
              <a:lnSpc>
                <a:spcPct val="115000"/>
              </a:lnSpc>
              <a:spcBef>
                <a:spcPts val="0"/>
              </a:spcBef>
              <a:spcAft>
                <a:spcPts val="0"/>
              </a:spcAft>
              <a:buSzPts val="1300"/>
              <a:buNone/>
              <a:defRPr sz="1300" b="1"/>
            </a:lvl3pPr>
            <a:lvl4pPr lvl="3" algn="ctr">
              <a:lnSpc>
                <a:spcPct val="115000"/>
              </a:lnSpc>
              <a:spcBef>
                <a:spcPts val="0"/>
              </a:spcBef>
              <a:spcAft>
                <a:spcPts val="0"/>
              </a:spcAft>
              <a:buSzPts val="1300"/>
              <a:buNone/>
              <a:defRPr sz="1300" b="1"/>
            </a:lvl4pPr>
            <a:lvl5pPr lvl="4" algn="ctr">
              <a:lnSpc>
                <a:spcPct val="115000"/>
              </a:lnSpc>
              <a:spcBef>
                <a:spcPts val="0"/>
              </a:spcBef>
              <a:spcAft>
                <a:spcPts val="0"/>
              </a:spcAft>
              <a:buSzPts val="1300"/>
              <a:buNone/>
              <a:defRPr sz="1300" b="1"/>
            </a:lvl5pPr>
            <a:lvl6pPr lvl="5" algn="ctr">
              <a:lnSpc>
                <a:spcPct val="115000"/>
              </a:lnSpc>
              <a:spcBef>
                <a:spcPts val="0"/>
              </a:spcBef>
              <a:spcAft>
                <a:spcPts val="0"/>
              </a:spcAft>
              <a:buSzPts val="1300"/>
              <a:buNone/>
              <a:defRPr sz="1300" b="1"/>
            </a:lvl6pPr>
            <a:lvl7pPr lvl="6" algn="ctr">
              <a:lnSpc>
                <a:spcPct val="115000"/>
              </a:lnSpc>
              <a:spcBef>
                <a:spcPts val="0"/>
              </a:spcBef>
              <a:spcAft>
                <a:spcPts val="0"/>
              </a:spcAft>
              <a:buSzPts val="1300"/>
              <a:buNone/>
              <a:defRPr sz="1300" b="1"/>
            </a:lvl7pPr>
            <a:lvl8pPr lvl="7" algn="ctr">
              <a:lnSpc>
                <a:spcPct val="115000"/>
              </a:lnSpc>
              <a:spcBef>
                <a:spcPts val="0"/>
              </a:spcBef>
              <a:spcAft>
                <a:spcPts val="0"/>
              </a:spcAft>
              <a:buSzPts val="1300"/>
              <a:buNone/>
              <a:defRPr sz="1300" b="1"/>
            </a:lvl8pPr>
            <a:lvl9pPr lvl="8" algn="ctr">
              <a:lnSpc>
                <a:spcPct val="115000"/>
              </a:lnSpc>
              <a:spcBef>
                <a:spcPts val="0"/>
              </a:spcBef>
              <a:spcAft>
                <a:spcPts val="0"/>
              </a:spcAft>
              <a:buSzPts val="1300"/>
              <a:buNone/>
              <a:defRPr sz="1300" b="1"/>
            </a:lvl9pPr>
          </a:lstStyle>
          <a:p>
            <a:endParaRPr/>
          </a:p>
        </p:txBody>
      </p:sp>
      <p:grpSp>
        <p:nvGrpSpPr>
          <p:cNvPr id="562" name="Google Shape;562;p66"/>
          <p:cNvGrpSpPr/>
          <p:nvPr/>
        </p:nvGrpSpPr>
        <p:grpSpPr>
          <a:xfrm>
            <a:off x="713688" y="2579400"/>
            <a:ext cx="8430488" cy="2564100"/>
            <a:chOff x="713688" y="2579400"/>
            <a:chExt cx="8430488" cy="2564100"/>
          </a:xfrm>
        </p:grpSpPr>
        <p:cxnSp>
          <p:nvCxnSpPr>
            <p:cNvPr id="563" name="Google Shape;563;p66"/>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564" name="Google Shape;564;p66"/>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565" name="Google Shape;565;p66"/>
          <p:cNvSpPr txBox="1"/>
          <p:nvPr/>
        </p:nvSpPr>
        <p:spPr>
          <a:xfrm>
            <a:off x="2654700" y="3304597"/>
            <a:ext cx="3834600" cy="794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lang="en" sz="1200" b="1" u="sng">
                <a:solidFill>
                  <a:schemeClr val="dk1"/>
                </a:solidFill>
                <a:latin typeface="Commissioner"/>
                <a:ea typeface="Commissioner"/>
                <a:cs typeface="Commissioner"/>
                <a:sym typeface="Commissioner"/>
                <a:hlinkClick r:id="rId2">
                  <a:extLst>
                    <a:ext uri="{A12FA001-AC4F-418D-AE19-62706E023703}">
                      <ahyp:hlinkClr xmlns:ahyp="http://schemas.microsoft.com/office/drawing/2018/hyperlinkcolor" val="tx"/>
                    </a:ext>
                  </a:extLst>
                </a:hlinkClick>
              </a:rPr>
              <a:t>Slidesgo</a:t>
            </a:r>
            <a:r>
              <a:rPr lang="en" sz="1200">
                <a:solidFill>
                  <a:schemeClr val="dk1"/>
                </a:solidFill>
                <a:latin typeface="Commissioner"/>
                <a:ea typeface="Commissioner"/>
                <a:cs typeface="Commissioner"/>
                <a:sym typeface="Commissioner"/>
              </a:rPr>
              <a:t>, and includes icons by </a:t>
            </a:r>
            <a:r>
              <a:rPr lang="en" sz="1200" b="1" u="sng">
                <a:solidFill>
                  <a:schemeClr val="dk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Flaticon</a:t>
            </a:r>
            <a:r>
              <a:rPr lang="en" sz="1200">
                <a:solidFill>
                  <a:schemeClr val="dk1"/>
                </a:solidFill>
                <a:latin typeface="Commissioner"/>
                <a:ea typeface="Commissioner"/>
                <a:cs typeface="Commissioner"/>
                <a:sym typeface="Commissioner"/>
              </a:rPr>
              <a:t>, and infographics &amp; images by </a:t>
            </a:r>
            <a:r>
              <a:rPr lang="en" sz="12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Freepik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566"/>
        <p:cNvGrpSpPr/>
        <p:nvPr/>
      </p:nvGrpSpPr>
      <p:grpSpPr>
        <a:xfrm>
          <a:off x="0" y="0"/>
          <a:ext cx="0" cy="0"/>
          <a:chOff x="0" y="0"/>
          <a:chExt cx="0" cy="0"/>
        </a:xfrm>
      </p:grpSpPr>
      <p:cxnSp>
        <p:nvCxnSpPr>
          <p:cNvPr id="567" name="Google Shape;567;p67"/>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568" name="Google Shape;568;p67"/>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69" name="Google Shape;569;p67"/>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570" name="Google Shape;570;p67"/>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571"/>
        <p:cNvGrpSpPr/>
        <p:nvPr/>
      </p:nvGrpSpPr>
      <p:grpSpPr>
        <a:xfrm>
          <a:off x="0" y="0"/>
          <a:ext cx="0" cy="0"/>
          <a:chOff x="0" y="0"/>
          <a:chExt cx="0" cy="0"/>
        </a:xfrm>
      </p:grpSpPr>
      <p:sp>
        <p:nvSpPr>
          <p:cNvPr id="572" name="Google Shape;572;p68"/>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3" name="Google Shape;573;p68"/>
          <p:cNvGrpSpPr/>
          <p:nvPr/>
        </p:nvGrpSpPr>
        <p:grpSpPr>
          <a:xfrm rot="10800000">
            <a:off x="0" y="363100"/>
            <a:ext cx="8860200" cy="4780400"/>
            <a:chOff x="283800" y="0"/>
            <a:chExt cx="8860200" cy="4780400"/>
          </a:xfrm>
        </p:grpSpPr>
        <p:cxnSp>
          <p:nvCxnSpPr>
            <p:cNvPr id="574" name="Google Shape;574;p68"/>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575" name="Google Shape;575;p68"/>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79"/>
        <p:cNvGrpSpPr/>
        <p:nvPr/>
      </p:nvGrpSpPr>
      <p:grpSpPr>
        <a:xfrm>
          <a:off x="0" y="0"/>
          <a:ext cx="0" cy="0"/>
          <a:chOff x="0" y="0"/>
          <a:chExt cx="0" cy="0"/>
        </a:xfrm>
      </p:grpSpPr>
      <p:sp>
        <p:nvSpPr>
          <p:cNvPr id="580" name="Google Shape;580;p70"/>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lvl1pPr lvl="0" algn="l">
              <a:spcBef>
                <a:spcPts val="0"/>
              </a:spcBef>
              <a:spcAft>
                <a:spcPts val="0"/>
              </a:spcAft>
              <a:buSzPts val="4700"/>
              <a:buNone/>
              <a:defRPr sz="3600"/>
            </a:lvl1pPr>
            <a:lvl2pPr lvl="1" algn="l">
              <a:spcBef>
                <a:spcPts val="0"/>
              </a:spcBef>
              <a:spcAft>
                <a:spcPts val="0"/>
              </a:spcAft>
              <a:buSzPts val="4700"/>
              <a:buNone/>
              <a:defRPr sz="4700"/>
            </a:lvl2pPr>
            <a:lvl3pPr lvl="2" algn="l">
              <a:spcBef>
                <a:spcPts val="0"/>
              </a:spcBef>
              <a:spcAft>
                <a:spcPts val="0"/>
              </a:spcAft>
              <a:buSzPts val="4700"/>
              <a:buNone/>
              <a:defRPr sz="4700"/>
            </a:lvl3pPr>
            <a:lvl4pPr lvl="3" algn="l">
              <a:spcBef>
                <a:spcPts val="0"/>
              </a:spcBef>
              <a:spcAft>
                <a:spcPts val="0"/>
              </a:spcAft>
              <a:buSzPts val="4700"/>
              <a:buNone/>
              <a:defRPr sz="4700"/>
            </a:lvl4pPr>
            <a:lvl5pPr lvl="4" algn="l">
              <a:spcBef>
                <a:spcPts val="0"/>
              </a:spcBef>
              <a:spcAft>
                <a:spcPts val="0"/>
              </a:spcAft>
              <a:buSzPts val="4700"/>
              <a:buNone/>
              <a:defRPr sz="4700"/>
            </a:lvl5pPr>
            <a:lvl6pPr lvl="5" algn="l">
              <a:spcBef>
                <a:spcPts val="0"/>
              </a:spcBef>
              <a:spcAft>
                <a:spcPts val="0"/>
              </a:spcAft>
              <a:buSzPts val="4700"/>
              <a:buNone/>
              <a:defRPr sz="4700"/>
            </a:lvl6pPr>
            <a:lvl7pPr lvl="6" algn="l">
              <a:spcBef>
                <a:spcPts val="0"/>
              </a:spcBef>
              <a:spcAft>
                <a:spcPts val="0"/>
              </a:spcAft>
              <a:buSzPts val="4700"/>
              <a:buNone/>
              <a:defRPr sz="4700"/>
            </a:lvl7pPr>
            <a:lvl8pPr lvl="7" algn="l">
              <a:spcBef>
                <a:spcPts val="0"/>
              </a:spcBef>
              <a:spcAft>
                <a:spcPts val="0"/>
              </a:spcAft>
              <a:buSzPts val="4700"/>
              <a:buNone/>
              <a:defRPr sz="4700"/>
            </a:lvl8pPr>
            <a:lvl9pPr lvl="8" algn="l">
              <a:spcBef>
                <a:spcPts val="0"/>
              </a:spcBef>
              <a:spcAft>
                <a:spcPts val="0"/>
              </a:spcAft>
              <a:buSzPts val="4700"/>
              <a:buNone/>
              <a:defRPr sz="4700"/>
            </a:lvl9pPr>
          </a:lstStyle>
          <a:p>
            <a:endParaRPr/>
          </a:p>
        </p:txBody>
      </p:sp>
      <p:sp>
        <p:nvSpPr>
          <p:cNvPr id="581" name="Google Shape;581;p70"/>
          <p:cNvSpPr txBox="1">
            <a:spLocks noGrp="1"/>
          </p:cNvSpPr>
          <p:nvPr>
            <p:ph type="subTitle" idx="1"/>
          </p:nvPr>
        </p:nvSpPr>
        <p:spPr>
          <a:xfrm>
            <a:off x="713225" y="3315975"/>
            <a:ext cx="5004900" cy="423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582" name="Google Shape;582;p70"/>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83" name="Google Shape;583;p70"/>
          <p:cNvGrpSpPr/>
          <p:nvPr/>
        </p:nvGrpSpPr>
        <p:grpSpPr>
          <a:xfrm>
            <a:off x="-55375" y="539500"/>
            <a:ext cx="9199350" cy="4604000"/>
            <a:chOff x="-55375" y="539500"/>
            <a:chExt cx="9199350" cy="4604000"/>
          </a:xfrm>
        </p:grpSpPr>
        <p:cxnSp>
          <p:nvCxnSpPr>
            <p:cNvPr id="584" name="Google Shape;584;p70"/>
            <p:cNvCxnSpPr/>
            <p:nvPr/>
          </p:nvCxnSpPr>
          <p:spPr>
            <a:xfrm>
              <a:off x="-55375" y="460857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70"/>
            <p:cNvCxnSpPr/>
            <p:nvPr/>
          </p:nvCxnSpPr>
          <p:spPr>
            <a:xfrm>
              <a:off x="4751675" y="539500"/>
              <a:ext cx="4392300" cy="0"/>
            </a:xfrm>
            <a:prstGeom prst="straightConnector1">
              <a:avLst/>
            </a:prstGeom>
            <a:noFill/>
            <a:ln w="9525" cap="flat" cmpd="sng">
              <a:solidFill>
                <a:schemeClr val="dk1"/>
              </a:solidFill>
              <a:prstDash val="solid"/>
              <a:round/>
              <a:headEnd type="none" w="med" len="med"/>
              <a:tailEnd type="none" w="med" len="med"/>
            </a:ln>
          </p:spPr>
        </p:cxnSp>
        <p:cxnSp>
          <p:nvCxnSpPr>
            <p:cNvPr id="586" name="Google Shape;586;p7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87"/>
        <p:cNvGrpSpPr/>
        <p:nvPr/>
      </p:nvGrpSpPr>
      <p:grpSpPr>
        <a:xfrm>
          <a:off x="0" y="0"/>
          <a:ext cx="0" cy="0"/>
          <a:chOff x="0" y="0"/>
          <a:chExt cx="0" cy="0"/>
        </a:xfrm>
      </p:grpSpPr>
      <p:sp>
        <p:nvSpPr>
          <p:cNvPr id="588" name="Google Shape;588;p71"/>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lvl1pPr lvl="0" algn="l">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589" name="Google Shape;589;p71"/>
          <p:cNvSpPr txBox="1">
            <a:spLocks noGrp="1"/>
          </p:cNvSpPr>
          <p:nvPr>
            <p:ph type="title" idx="2" hasCustomPrompt="1"/>
          </p:nvPr>
        </p:nvSpPr>
        <p:spPr>
          <a:xfrm>
            <a:off x="1512075" y="1012500"/>
            <a:ext cx="1076100" cy="870000"/>
          </a:xfrm>
          <a:prstGeom prst="rect">
            <a:avLst/>
          </a:prstGeom>
          <a:noFill/>
        </p:spPr>
        <p:txBody>
          <a:bodyPr spcFirstLastPara="1" wrap="square" lIns="91425" tIns="91425" rIns="91425" bIns="91425" anchor="ctr" anchorCtr="0">
            <a:noAutofit/>
          </a:bodyPr>
          <a:lstStyle>
            <a:lvl1pPr lvl="0" algn="l">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590" name="Google Shape;590;p71"/>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a:endParaRPr/>
          </a:p>
        </p:txBody>
      </p:sp>
      <p:sp>
        <p:nvSpPr>
          <p:cNvPr id="591" name="Google Shape;591;p71"/>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92" name="Google Shape;592;p71"/>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3"/>
        <p:cNvGrpSpPr/>
        <p:nvPr/>
      </p:nvGrpSpPr>
      <p:grpSpPr>
        <a:xfrm>
          <a:off x="0" y="0"/>
          <a:ext cx="0" cy="0"/>
          <a:chOff x="0" y="0"/>
          <a:chExt cx="0" cy="0"/>
        </a:xfrm>
      </p:grpSpPr>
      <p:sp>
        <p:nvSpPr>
          <p:cNvPr id="594" name="Google Shape;594;p72"/>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595" name="Google Shape;595;p72"/>
          <p:cNvSpPr txBox="1">
            <a:spLocks noGrp="1"/>
          </p:cNvSpPr>
          <p:nvPr>
            <p:ph type="subTitle" idx="1"/>
          </p:nvPr>
        </p:nvSpPr>
        <p:spPr>
          <a:xfrm>
            <a:off x="713250" y="1217050"/>
            <a:ext cx="77175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596" name="Google Shape;596;p72"/>
          <p:cNvSpPr/>
          <p:nvPr/>
        </p:nvSpPr>
        <p:spPr>
          <a:xfrm flipH="1">
            <a:off x="0" y="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7" name="Google Shape;597;p72"/>
          <p:cNvGrpSpPr/>
          <p:nvPr/>
        </p:nvGrpSpPr>
        <p:grpSpPr>
          <a:xfrm>
            <a:off x="150" y="0"/>
            <a:ext cx="8860050" cy="4876025"/>
            <a:chOff x="150" y="0"/>
            <a:chExt cx="8860050" cy="4876025"/>
          </a:xfrm>
        </p:grpSpPr>
        <p:cxnSp>
          <p:nvCxnSpPr>
            <p:cNvPr id="598" name="Google Shape;598;p72"/>
            <p:cNvCxnSpPr/>
            <p:nvPr/>
          </p:nvCxnSpPr>
          <p:spPr>
            <a:xfrm>
              <a:off x="8860200" y="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599" name="Google Shape;599;p72"/>
            <p:cNvCxnSpPr/>
            <p:nvPr/>
          </p:nvCxnSpPr>
          <p:spPr>
            <a:xfrm rot="10800000">
              <a:off x="150" y="4876025"/>
              <a:ext cx="84447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00"/>
        <p:cNvGrpSpPr/>
        <p:nvPr/>
      </p:nvGrpSpPr>
      <p:grpSpPr>
        <a:xfrm>
          <a:off x="0" y="0"/>
          <a:ext cx="0" cy="0"/>
          <a:chOff x="0" y="0"/>
          <a:chExt cx="0" cy="0"/>
        </a:xfrm>
      </p:grpSpPr>
      <p:sp>
        <p:nvSpPr>
          <p:cNvPr id="601" name="Google Shape;601;p7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602" name="Google Shape;602;p73"/>
          <p:cNvSpPr txBox="1">
            <a:spLocks noGrp="1"/>
          </p:cNvSpPr>
          <p:nvPr>
            <p:ph type="subTitle" idx="1"/>
          </p:nvPr>
        </p:nvSpPr>
        <p:spPr>
          <a:xfrm>
            <a:off x="2954672" y="2027976"/>
            <a:ext cx="43122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03" name="Google Shape;603;p73"/>
          <p:cNvSpPr txBox="1">
            <a:spLocks noGrp="1"/>
          </p:cNvSpPr>
          <p:nvPr>
            <p:ph type="subTitle" idx="2"/>
          </p:nvPr>
        </p:nvSpPr>
        <p:spPr>
          <a:xfrm>
            <a:off x="2954672" y="1519425"/>
            <a:ext cx="43122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04" name="Google Shape;604;p73"/>
          <p:cNvSpPr txBox="1">
            <a:spLocks noGrp="1"/>
          </p:cNvSpPr>
          <p:nvPr>
            <p:ph type="subTitle" idx="3"/>
          </p:nvPr>
        </p:nvSpPr>
        <p:spPr>
          <a:xfrm>
            <a:off x="2954649" y="3619500"/>
            <a:ext cx="43122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05" name="Google Shape;605;p73"/>
          <p:cNvSpPr txBox="1">
            <a:spLocks noGrp="1"/>
          </p:cNvSpPr>
          <p:nvPr>
            <p:ph type="subTitle" idx="4"/>
          </p:nvPr>
        </p:nvSpPr>
        <p:spPr>
          <a:xfrm>
            <a:off x="2954649" y="3110949"/>
            <a:ext cx="43122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06" name="Google Shape;606;p73"/>
          <p:cNvSpPr/>
          <p:nvPr/>
        </p:nvSpPr>
        <p:spPr>
          <a:xfrm flipH="1">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07" name="Google Shape;607;p73"/>
          <p:cNvCxnSpPr/>
          <p:nvPr/>
        </p:nvCxnSpPr>
        <p:spPr>
          <a:xfrm rot="10800000">
            <a:off x="8864825"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08"/>
        <p:cNvGrpSpPr/>
        <p:nvPr/>
      </p:nvGrpSpPr>
      <p:grpSpPr>
        <a:xfrm>
          <a:off x="0" y="0"/>
          <a:ext cx="0" cy="0"/>
          <a:chOff x="0" y="0"/>
          <a:chExt cx="0" cy="0"/>
        </a:xfrm>
      </p:grpSpPr>
      <p:sp>
        <p:nvSpPr>
          <p:cNvPr id="609" name="Google Shape;609;p7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610" name="Google Shape;610;p74"/>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1" name="Google Shape;611;p74"/>
          <p:cNvGrpSpPr/>
          <p:nvPr/>
        </p:nvGrpSpPr>
        <p:grpSpPr>
          <a:xfrm>
            <a:off x="141900" y="-26"/>
            <a:ext cx="9002025" cy="4876051"/>
            <a:chOff x="141900" y="-26"/>
            <a:chExt cx="9002025" cy="4876051"/>
          </a:xfrm>
        </p:grpSpPr>
        <p:cxnSp>
          <p:nvCxnSpPr>
            <p:cNvPr id="612" name="Google Shape;612;p74"/>
            <p:cNvCxnSpPr/>
            <p:nvPr/>
          </p:nvCxnSpPr>
          <p:spPr>
            <a:xfrm>
              <a:off x="4576425" y="4876025"/>
              <a:ext cx="4567500" cy="0"/>
            </a:xfrm>
            <a:prstGeom prst="straightConnector1">
              <a:avLst/>
            </a:prstGeom>
            <a:noFill/>
            <a:ln w="9525" cap="flat" cmpd="sng">
              <a:solidFill>
                <a:schemeClr val="dk1"/>
              </a:solidFill>
              <a:prstDash val="solid"/>
              <a:round/>
              <a:headEnd type="none" w="med" len="med"/>
              <a:tailEnd type="none" w="med" len="med"/>
            </a:ln>
          </p:spPr>
        </p:cxnSp>
        <p:cxnSp>
          <p:nvCxnSpPr>
            <p:cNvPr id="613" name="Google Shape;613;p74"/>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14"/>
        <p:cNvGrpSpPr/>
        <p:nvPr/>
      </p:nvGrpSpPr>
      <p:grpSpPr>
        <a:xfrm>
          <a:off x="0" y="0"/>
          <a:ext cx="0" cy="0"/>
          <a:chOff x="0" y="0"/>
          <a:chExt cx="0" cy="0"/>
        </a:xfrm>
      </p:grpSpPr>
      <p:sp>
        <p:nvSpPr>
          <p:cNvPr id="615" name="Google Shape;615;p75"/>
          <p:cNvSpPr txBox="1">
            <a:spLocks noGrp="1"/>
          </p:cNvSpPr>
          <p:nvPr>
            <p:ph type="title"/>
          </p:nvPr>
        </p:nvSpPr>
        <p:spPr>
          <a:xfrm>
            <a:off x="713225" y="1139000"/>
            <a:ext cx="2789700" cy="16161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lnSpc>
                <a:spcPct val="90000"/>
              </a:lnSpc>
              <a:spcBef>
                <a:spcPts val="0"/>
              </a:spcBef>
              <a:spcAft>
                <a:spcPts val="0"/>
              </a:spcAft>
              <a:buSzPts val="3100"/>
              <a:buNone/>
              <a:defRPr/>
            </a:lvl2pPr>
            <a:lvl3pPr lvl="2">
              <a:lnSpc>
                <a:spcPct val="90000"/>
              </a:lnSpc>
              <a:spcBef>
                <a:spcPts val="0"/>
              </a:spcBef>
              <a:spcAft>
                <a:spcPts val="0"/>
              </a:spcAft>
              <a:buSzPts val="3100"/>
              <a:buNone/>
              <a:defRPr/>
            </a:lvl3pPr>
            <a:lvl4pPr lvl="3">
              <a:lnSpc>
                <a:spcPct val="90000"/>
              </a:lnSpc>
              <a:spcBef>
                <a:spcPts val="0"/>
              </a:spcBef>
              <a:spcAft>
                <a:spcPts val="0"/>
              </a:spcAft>
              <a:buSzPts val="3100"/>
              <a:buNone/>
              <a:defRPr/>
            </a:lvl4pPr>
            <a:lvl5pPr lvl="4">
              <a:lnSpc>
                <a:spcPct val="90000"/>
              </a:lnSpc>
              <a:spcBef>
                <a:spcPts val="0"/>
              </a:spcBef>
              <a:spcAft>
                <a:spcPts val="0"/>
              </a:spcAft>
              <a:buSzPts val="3100"/>
              <a:buNone/>
              <a:defRPr/>
            </a:lvl5pPr>
            <a:lvl6pPr lvl="5">
              <a:lnSpc>
                <a:spcPct val="90000"/>
              </a:lnSpc>
              <a:spcBef>
                <a:spcPts val="0"/>
              </a:spcBef>
              <a:spcAft>
                <a:spcPts val="0"/>
              </a:spcAft>
              <a:buSzPts val="3100"/>
              <a:buNone/>
              <a:defRPr/>
            </a:lvl6pPr>
            <a:lvl7pPr lvl="6">
              <a:lnSpc>
                <a:spcPct val="90000"/>
              </a:lnSpc>
              <a:spcBef>
                <a:spcPts val="0"/>
              </a:spcBef>
              <a:spcAft>
                <a:spcPts val="0"/>
              </a:spcAft>
              <a:buSzPts val="3100"/>
              <a:buNone/>
              <a:defRPr/>
            </a:lvl7pPr>
            <a:lvl8pPr lvl="7">
              <a:lnSpc>
                <a:spcPct val="90000"/>
              </a:lnSpc>
              <a:spcBef>
                <a:spcPts val="0"/>
              </a:spcBef>
              <a:spcAft>
                <a:spcPts val="0"/>
              </a:spcAft>
              <a:buSzPts val="3100"/>
              <a:buNone/>
              <a:defRPr/>
            </a:lvl8pPr>
            <a:lvl9pPr lvl="8">
              <a:lnSpc>
                <a:spcPct val="90000"/>
              </a:lnSpc>
              <a:spcBef>
                <a:spcPts val="0"/>
              </a:spcBef>
              <a:spcAft>
                <a:spcPts val="0"/>
              </a:spcAft>
              <a:buSzPts val="3100"/>
              <a:buNone/>
              <a:defRPr/>
            </a:lvl9pPr>
          </a:lstStyle>
          <a:p>
            <a:endParaRPr/>
          </a:p>
        </p:txBody>
      </p:sp>
      <p:sp>
        <p:nvSpPr>
          <p:cNvPr id="616" name="Google Shape;616;p75"/>
          <p:cNvSpPr txBox="1">
            <a:spLocks noGrp="1"/>
          </p:cNvSpPr>
          <p:nvPr>
            <p:ph type="subTitle" idx="1"/>
          </p:nvPr>
        </p:nvSpPr>
        <p:spPr>
          <a:xfrm>
            <a:off x="713225" y="2810700"/>
            <a:ext cx="2789700" cy="1143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17" name="Google Shape;617;p75"/>
          <p:cNvSpPr>
            <a:spLocks noGrp="1"/>
          </p:cNvSpPr>
          <p:nvPr>
            <p:ph type="pic" idx="2"/>
          </p:nvPr>
        </p:nvSpPr>
        <p:spPr>
          <a:xfrm>
            <a:off x="4572000" y="0"/>
            <a:ext cx="4572000" cy="5143500"/>
          </a:xfrm>
          <a:prstGeom prst="rect">
            <a:avLst/>
          </a:prstGeom>
          <a:noFill/>
          <a:ln>
            <a:noFill/>
          </a:ln>
        </p:spPr>
      </p:sp>
      <p:sp>
        <p:nvSpPr>
          <p:cNvPr id="618" name="Google Shape;618;p75"/>
          <p:cNvSpPr/>
          <p:nvPr/>
        </p:nvSpPr>
        <p:spPr>
          <a:xfrm>
            <a:off x="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 name="Google Shape;619;p75"/>
          <p:cNvGrpSpPr/>
          <p:nvPr/>
        </p:nvGrpSpPr>
        <p:grpSpPr>
          <a:xfrm>
            <a:off x="0" y="-300"/>
            <a:ext cx="3812275" cy="4608875"/>
            <a:chOff x="0" y="-300"/>
            <a:chExt cx="3812275" cy="4608875"/>
          </a:xfrm>
        </p:grpSpPr>
        <p:cxnSp>
          <p:nvCxnSpPr>
            <p:cNvPr id="620" name="Google Shape;620;p75"/>
            <p:cNvCxnSpPr/>
            <p:nvPr/>
          </p:nvCxnSpPr>
          <p:spPr>
            <a:xfrm rot="10800000">
              <a:off x="3812275" y="-300"/>
              <a:ext cx="0" cy="699000"/>
            </a:xfrm>
            <a:prstGeom prst="straightConnector1">
              <a:avLst/>
            </a:prstGeom>
            <a:noFill/>
            <a:ln w="9525" cap="flat" cmpd="sng">
              <a:solidFill>
                <a:schemeClr val="dk1"/>
              </a:solidFill>
              <a:prstDash val="solid"/>
              <a:round/>
              <a:headEnd type="none" w="med" len="med"/>
              <a:tailEnd type="none" w="med" len="med"/>
            </a:ln>
          </p:spPr>
        </p:cxnSp>
        <p:cxnSp>
          <p:nvCxnSpPr>
            <p:cNvPr id="621" name="Google Shape;621;p75"/>
            <p:cNvCxnSpPr/>
            <p:nvPr/>
          </p:nvCxnSpPr>
          <p:spPr>
            <a:xfrm>
              <a:off x="0" y="4608575"/>
              <a:ext cx="3387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22"/>
        <p:cNvGrpSpPr/>
        <p:nvPr/>
      </p:nvGrpSpPr>
      <p:grpSpPr>
        <a:xfrm>
          <a:off x="0" y="0"/>
          <a:ext cx="0" cy="0"/>
          <a:chOff x="0" y="0"/>
          <a:chExt cx="0" cy="0"/>
        </a:xfrm>
      </p:grpSpPr>
      <p:sp>
        <p:nvSpPr>
          <p:cNvPr id="623" name="Google Shape;623;p76"/>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lvl1pPr lvl="0">
              <a:lnSpc>
                <a:spcPct val="90000"/>
              </a:lnSpc>
              <a:spcBef>
                <a:spcPts val="0"/>
              </a:spcBef>
              <a:spcAft>
                <a:spcPts val="0"/>
              </a:spcAft>
              <a:buSzPts val="6000"/>
              <a:buNone/>
              <a:defRPr sz="6000"/>
            </a:lvl1pPr>
            <a:lvl2pPr lvl="1">
              <a:lnSpc>
                <a:spcPct val="90000"/>
              </a:lnSpc>
              <a:spcBef>
                <a:spcPts val="0"/>
              </a:spcBef>
              <a:spcAft>
                <a:spcPts val="0"/>
              </a:spcAft>
              <a:buSzPts val="6000"/>
              <a:buNone/>
              <a:defRPr sz="6000"/>
            </a:lvl2pPr>
            <a:lvl3pPr lvl="2">
              <a:lnSpc>
                <a:spcPct val="90000"/>
              </a:lnSpc>
              <a:spcBef>
                <a:spcPts val="0"/>
              </a:spcBef>
              <a:spcAft>
                <a:spcPts val="0"/>
              </a:spcAft>
              <a:buSzPts val="6000"/>
              <a:buNone/>
              <a:defRPr sz="6000"/>
            </a:lvl3pPr>
            <a:lvl4pPr lvl="3">
              <a:lnSpc>
                <a:spcPct val="90000"/>
              </a:lnSpc>
              <a:spcBef>
                <a:spcPts val="0"/>
              </a:spcBef>
              <a:spcAft>
                <a:spcPts val="0"/>
              </a:spcAft>
              <a:buSzPts val="6000"/>
              <a:buNone/>
              <a:defRPr sz="6000"/>
            </a:lvl4pPr>
            <a:lvl5pPr lvl="4">
              <a:lnSpc>
                <a:spcPct val="90000"/>
              </a:lnSpc>
              <a:spcBef>
                <a:spcPts val="0"/>
              </a:spcBef>
              <a:spcAft>
                <a:spcPts val="0"/>
              </a:spcAft>
              <a:buSzPts val="6000"/>
              <a:buNone/>
              <a:defRPr sz="6000"/>
            </a:lvl5pPr>
            <a:lvl6pPr lvl="5">
              <a:lnSpc>
                <a:spcPct val="90000"/>
              </a:lnSpc>
              <a:spcBef>
                <a:spcPts val="0"/>
              </a:spcBef>
              <a:spcAft>
                <a:spcPts val="0"/>
              </a:spcAft>
              <a:buSzPts val="6000"/>
              <a:buNone/>
              <a:defRPr sz="6000"/>
            </a:lvl6pPr>
            <a:lvl7pPr lvl="6">
              <a:lnSpc>
                <a:spcPct val="90000"/>
              </a:lnSpc>
              <a:spcBef>
                <a:spcPts val="0"/>
              </a:spcBef>
              <a:spcAft>
                <a:spcPts val="0"/>
              </a:spcAft>
              <a:buSzPts val="6000"/>
              <a:buNone/>
              <a:defRPr sz="6000"/>
            </a:lvl7pPr>
            <a:lvl8pPr lvl="7">
              <a:lnSpc>
                <a:spcPct val="90000"/>
              </a:lnSpc>
              <a:spcBef>
                <a:spcPts val="0"/>
              </a:spcBef>
              <a:spcAft>
                <a:spcPts val="0"/>
              </a:spcAft>
              <a:buSzPts val="6000"/>
              <a:buNone/>
              <a:defRPr sz="6000"/>
            </a:lvl8pPr>
            <a:lvl9pPr lvl="8">
              <a:lnSpc>
                <a:spcPct val="90000"/>
              </a:lnSpc>
              <a:spcBef>
                <a:spcPts val="0"/>
              </a:spcBef>
              <a:spcAft>
                <a:spcPts val="0"/>
              </a:spcAft>
              <a:buSzPts val="6000"/>
              <a:buNone/>
              <a:defRPr sz="6000"/>
            </a:lvl9pPr>
          </a:lstStyle>
          <a:p>
            <a:endParaRPr/>
          </a:p>
        </p:txBody>
      </p:sp>
      <p:sp>
        <p:nvSpPr>
          <p:cNvPr id="624" name="Google Shape;624;p76"/>
          <p:cNvSpPr/>
          <p:nvPr/>
        </p:nvSpPr>
        <p:spPr>
          <a:xfrm flipH="1">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5" name="Google Shape;625;p76"/>
          <p:cNvGrpSpPr/>
          <p:nvPr/>
        </p:nvGrpSpPr>
        <p:grpSpPr>
          <a:xfrm flipH="1">
            <a:off x="-55200" y="539500"/>
            <a:ext cx="9199200" cy="4604000"/>
            <a:chOff x="-55375" y="539500"/>
            <a:chExt cx="9199200" cy="4604000"/>
          </a:xfrm>
        </p:grpSpPr>
        <p:cxnSp>
          <p:nvCxnSpPr>
            <p:cNvPr id="626" name="Google Shape;626;p76"/>
            <p:cNvCxnSpPr/>
            <p:nvPr/>
          </p:nvCxnSpPr>
          <p:spPr>
            <a:xfrm>
              <a:off x="-55375" y="4608575"/>
              <a:ext cx="5659200" cy="0"/>
            </a:xfrm>
            <a:prstGeom prst="straightConnector1">
              <a:avLst/>
            </a:prstGeom>
            <a:noFill/>
            <a:ln w="9525" cap="flat" cmpd="sng">
              <a:solidFill>
                <a:schemeClr val="dk1"/>
              </a:solidFill>
              <a:prstDash val="solid"/>
              <a:round/>
              <a:headEnd type="none" w="med" len="med"/>
              <a:tailEnd type="none" w="med" len="med"/>
            </a:ln>
          </p:spPr>
        </p:cxnSp>
        <p:cxnSp>
          <p:nvCxnSpPr>
            <p:cNvPr id="627" name="Google Shape;627;p76"/>
            <p:cNvCxnSpPr/>
            <p:nvPr/>
          </p:nvCxnSpPr>
          <p:spPr>
            <a:xfrm>
              <a:off x="4502525" y="539500"/>
              <a:ext cx="4641300" cy="0"/>
            </a:xfrm>
            <a:prstGeom prst="straightConnector1">
              <a:avLst/>
            </a:prstGeom>
            <a:noFill/>
            <a:ln w="9525" cap="flat" cmpd="sng">
              <a:solidFill>
                <a:schemeClr val="dk1"/>
              </a:solidFill>
              <a:prstDash val="solid"/>
              <a:round/>
              <a:headEnd type="none" w="med" len="med"/>
              <a:tailEnd type="none" w="med" len="med"/>
            </a:ln>
          </p:spPr>
        </p:cxnSp>
        <p:cxnSp>
          <p:nvCxnSpPr>
            <p:cNvPr id="628" name="Google Shape;628;p76"/>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29"/>
        <p:cNvGrpSpPr/>
        <p:nvPr/>
      </p:nvGrpSpPr>
      <p:grpSpPr>
        <a:xfrm>
          <a:off x="0" y="0"/>
          <a:ext cx="0" cy="0"/>
          <a:chOff x="0" y="0"/>
          <a:chExt cx="0" cy="0"/>
        </a:xfrm>
      </p:grpSpPr>
      <p:sp>
        <p:nvSpPr>
          <p:cNvPr id="630" name="Google Shape;630;p77"/>
          <p:cNvSpPr txBox="1">
            <a:spLocks noGrp="1"/>
          </p:cNvSpPr>
          <p:nvPr>
            <p:ph type="title"/>
          </p:nvPr>
        </p:nvSpPr>
        <p:spPr>
          <a:xfrm>
            <a:off x="2143050" y="1461775"/>
            <a:ext cx="4857900" cy="8004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4000"/>
            </a:lvl1pPr>
            <a:lvl2pPr lvl="1" algn="l">
              <a:spcBef>
                <a:spcPts val="0"/>
              </a:spcBef>
              <a:spcAft>
                <a:spcPts val="0"/>
              </a:spcAft>
              <a:buSzPts val="6000"/>
              <a:buNone/>
              <a:defRPr sz="6000"/>
            </a:lvl2pPr>
            <a:lvl3pPr lvl="2" algn="l">
              <a:spcBef>
                <a:spcPts val="0"/>
              </a:spcBef>
              <a:spcAft>
                <a:spcPts val="0"/>
              </a:spcAft>
              <a:buSzPts val="6000"/>
              <a:buNone/>
              <a:defRPr sz="6000"/>
            </a:lvl3pPr>
            <a:lvl4pPr lvl="3" algn="l">
              <a:spcBef>
                <a:spcPts val="0"/>
              </a:spcBef>
              <a:spcAft>
                <a:spcPts val="0"/>
              </a:spcAft>
              <a:buSzPts val="6000"/>
              <a:buNone/>
              <a:defRPr sz="6000"/>
            </a:lvl4pPr>
            <a:lvl5pPr lvl="4" algn="l">
              <a:spcBef>
                <a:spcPts val="0"/>
              </a:spcBef>
              <a:spcAft>
                <a:spcPts val="0"/>
              </a:spcAft>
              <a:buSzPts val="6000"/>
              <a:buNone/>
              <a:defRPr sz="6000"/>
            </a:lvl5pPr>
            <a:lvl6pPr lvl="5" algn="l">
              <a:spcBef>
                <a:spcPts val="0"/>
              </a:spcBef>
              <a:spcAft>
                <a:spcPts val="0"/>
              </a:spcAft>
              <a:buSzPts val="6000"/>
              <a:buNone/>
              <a:defRPr sz="6000"/>
            </a:lvl6pPr>
            <a:lvl7pPr lvl="6" algn="l">
              <a:spcBef>
                <a:spcPts val="0"/>
              </a:spcBef>
              <a:spcAft>
                <a:spcPts val="0"/>
              </a:spcAft>
              <a:buSzPts val="6000"/>
              <a:buNone/>
              <a:defRPr sz="6000"/>
            </a:lvl7pPr>
            <a:lvl8pPr lvl="7" algn="l">
              <a:spcBef>
                <a:spcPts val="0"/>
              </a:spcBef>
              <a:spcAft>
                <a:spcPts val="0"/>
              </a:spcAft>
              <a:buSzPts val="6000"/>
              <a:buNone/>
              <a:defRPr sz="6000"/>
            </a:lvl8pPr>
            <a:lvl9pPr lvl="8" algn="l">
              <a:spcBef>
                <a:spcPts val="0"/>
              </a:spcBef>
              <a:spcAft>
                <a:spcPts val="0"/>
              </a:spcAft>
              <a:buSzPts val="6000"/>
              <a:buNone/>
              <a:defRPr sz="6000"/>
            </a:lvl9pPr>
          </a:lstStyle>
          <a:p>
            <a:endParaRPr/>
          </a:p>
        </p:txBody>
      </p:sp>
      <p:sp>
        <p:nvSpPr>
          <p:cNvPr id="631" name="Google Shape;631;p77"/>
          <p:cNvSpPr txBox="1">
            <a:spLocks noGrp="1"/>
          </p:cNvSpPr>
          <p:nvPr>
            <p:ph type="subTitle" idx="1"/>
          </p:nvPr>
        </p:nvSpPr>
        <p:spPr>
          <a:xfrm>
            <a:off x="2143050" y="2360663"/>
            <a:ext cx="4857900" cy="12465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nSpc>
                <a:spcPct val="115000"/>
              </a:lnSpc>
              <a:spcBef>
                <a:spcPts val="0"/>
              </a:spcBef>
              <a:spcAft>
                <a:spcPts val="0"/>
              </a:spcAft>
              <a:buSzPts val="1850"/>
              <a:buNone/>
              <a:defRPr sz="1850"/>
            </a:lvl2pPr>
            <a:lvl3pPr lvl="2">
              <a:lnSpc>
                <a:spcPct val="115000"/>
              </a:lnSpc>
              <a:spcBef>
                <a:spcPts val="0"/>
              </a:spcBef>
              <a:spcAft>
                <a:spcPts val="0"/>
              </a:spcAft>
              <a:buSzPts val="1850"/>
              <a:buNone/>
              <a:defRPr sz="1850"/>
            </a:lvl3pPr>
            <a:lvl4pPr lvl="3">
              <a:lnSpc>
                <a:spcPct val="115000"/>
              </a:lnSpc>
              <a:spcBef>
                <a:spcPts val="0"/>
              </a:spcBef>
              <a:spcAft>
                <a:spcPts val="0"/>
              </a:spcAft>
              <a:buSzPts val="1850"/>
              <a:buNone/>
              <a:defRPr sz="1850"/>
            </a:lvl4pPr>
            <a:lvl5pPr lvl="4">
              <a:lnSpc>
                <a:spcPct val="115000"/>
              </a:lnSpc>
              <a:spcBef>
                <a:spcPts val="0"/>
              </a:spcBef>
              <a:spcAft>
                <a:spcPts val="0"/>
              </a:spcAft>
              <a:buSzPts val="1850"/>
              <a:buNone/>
              <a:defRPr sz="1850"/>
            </a:lvl5pPr>
            <a:lvl6pPr lvl="5">
              <a:lnSpc>
                <a:spcPct val="115000"/>
              </a:lnSpc>
              <a:spcBef>
                <a:spcPts val="0"/>
              </a:spcBef>
              <a:spcAft>
                <a:spcPts val="0"/>
              </a:spcAft>
              <a:buSzPts val="1850"/>
              <a:buNone/>
              <a:defRPr sz="1850"/>
            </a:lvl6pPr>
            <a:lvl7pPr lvl="6">
              <a:lnSpc>
                <a:spcPct val="115000"/>
              </a:lnSpc>
              <a:spcBef>
                <a:spcPts val="0"/>
              </a:spcBef>
              <a:spcAft>
                <a:spcPts val="0"/>
              </a:spcAft>
              <a:buSzPts val="1850"/>
              <a:buNone/>
              <a:defRPr sz="1850"/>
            </a:lvl7pPr>
            <a:lvl8pPr lvl="7">
              <a:lnSpc>
                <a:spcPct val="115000"/>
              </a:lnSpc>
              <a:spcBef>
                <a:spcPts val="0"/>
              </a:spcBef>
              <a:spcAft>
                <a:spcPts val="0"/>
              </a:spcAft>
              <a:buSzPts val="1850"/>
              <a:buNone/>
              <a:defRPr sz="1850"/>
            </a:lvl8pPr>
            <a:lvl9pPr lvl="8">
              <a:lnSpc>
                <a:spcPct val="115000"/>
              </a:lnSpc>
              <a:spcBef>
                <a:spcPts val="0"/>
              </a:spcBef>
              <a:spcAft>
                <a:spcPts val="0"/>
              </a:spcAft>
              <a:buSzPts val="1850"/>
              <a:buNone/>
              <a:defRPr sz="1850"/>
            </a:lvl9pPr>
          </a:lstStyle>
          <a:p>
            <a:endParaRPr/>
          </a:p>
        </p:txBody>
      </p:sp>
      <p:sp>
        <p:nvSpPr>
          <p:cNvPr id="632" name="Google Shape;632;p77"/>
          <p:cNvSpPr/>
          <p:nvPr/>
        </p:nvSpPr>
        <p:spPr>
          <a:xfrm>
            <a:off x="75" y="4426700"/>
            <a:ext cx="91440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3" name="Google Shape;633;p77"/>
          <p:cNvGrpSpPr/>
          <p:nvPr/>
        </p:nvGrpSpPr>
        <p:grpSpPr>
          <a:xfrm>
            <a:off x="712700" y="539500"/>
            <a:ext cx="8431300" cy="4604000"/>
            <a:chOff x="712700" y="539500"/>
            <a:chExt cx="8431300" cy="4604000"/>
          </a:xfrm>
        </p:grpSpPr>
        <p:cxnSp>
          <p:nvCxnSpPr>
            <p:cNvPr id="634" name="Google Shape;634;p77"/>
            <p:cNvCxnSpPr/>
            <p:nvPr/>
          </p:nvCxnSpPr>
          <p:spPr>
            <a:xfrm>
              <a:off x="4572000" y="539500"/>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635" name="Google Shape;635;p77"/>
            <p:cNvCxnSpPr/>
            <p:nvPr/>
          </p:nvCxnSpPr>
          <p:spPr>
            <a:xfrm rot="10800000">
              <a:off x="712700" y="1685400"/>
              <a:ext cx="0" cy="34581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36"/>
        <p:cNvGrpSpPr/>
        <p:nvPr/>
      </p:nvGrpSpPr>
      <p:grpSpPr>
        <a:xfrm>
          <a:off x="0" y="0"/>
          <a:ext cx="0" cy="0"/>
          <a:chOff x="0" y="0"/>
          <a:chExt cx="0" cy="0"/>
        </a:xfrm>
      </p:grpSpPr>
      <p:sp>
        <p:nvSpPr>
          <p:cNvPr id="637" name="Google Shape;637;p78"/>
          <p:cNvSpPr>
            <a:spLocks noGrp="1"/>
          </p:cNvSpPr>
          <p:nvPr>
            <p:ph type="pic" idx="2"/>
          </p:nvPr>
        </p:nvSpPr>
        <p:spPr>
          <a:xfrm>
            <a:off x="0" y="0"/>
            <a:ext cx="9144000" cy="5143500"/>
          </a:xfrm>
          <a:prstGeom prst="rect">
            <a:avLst/>
          </a:prstGeom>
          <a:noFill/>
          <a:ln>
            <a:noFill/>
          </a:ln>
        </p:spPr>
      </p:sp>
      <p:sp>
        <p:nvSpPr>
          <p:cNvPr id="638" name="Google Shape;638;p78"/>
          <p:cNvSpPr txBox="1">
            <a:spLocks noGrp="1"/>
          </p:cNvSpPr>
          <p:nvPr>
            <p:ph type="title"/>
          </p:nvPr>
        </p:nvSpPr>
        <p:spPr>
          <a:xfrm>
            <a:off x="713225" y="3946875"/>
            <a:ext cx="7717500" cy="6618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lgn="l">
              <a:spcBef>
                <a:spcPts val="0"/>
              </a:spcBef>
              <a:spcAft>
                <a:spcPts val="0"/>
              </a:spcAft>
              <a:buSzPts val="3100"/>
              <a:buNone/>
              <a:defRPr/>
            </a:lvl2pPr>
            <a:lvl3pPr lvl="2" algn="l">
              <a:spcBef>
                <a:spcPts val="0"/>
              </a:spcBef>
              <a:spcAft>
                <a:spcPts val="0"/>
              </a:spcAft>
              <a:buSzPts val="3100"/>
              <a:buNone/>
              <a:defRPr/>
            </a:lvl3pPr>
            <a:lvl4pPr lvl="3" algn="l">
              <a:spcBef>
                <a:spcPts val="0"/>
              </a:spcBef>
              <a:spcAft>
                <a:spcPts val="0"/>
              </a:spcAft>
              <a:buSzPts val="3100"/>
              <a:buNone/>
              <a:defRPr/>
            </a:lvl4pPr>
            <a:lvl5pPr lvl="4" algn="l">
              <a:spcBef>
                <a:spcPts val="0"/>
              </a:spcBef>
              <a:spcAft>
                <a:spcPts val="0"/>
              </a:spcAft>
              <a:buSzPts val="3100"/>
              <a:buNone/>
              <a:defRPr/>
            </a:lvl5pPr>
            <a:lvl6pPr lvl="5" algn="l">
              <a:spcBef>
                <a:spcPts val="0"/>
              </a:spcBef>
              <a:spcAft>
                <a:spcPts val="0"/>
              </a:spcAft>
              <a:buSzPts val="3100"/>
              <a:buNone/>
              <a:defRPr/>
            </a:lvl6pPr>
            <a:lvl7pPr lvl="6" algn="l">
              <a:spcBef>
                <a:spcPts val="0"/>
              </a:spcBef>
              <a:spcAft>
                <a:spcPts val="0"/>
              </a:spcAft>
              <a:buSzPts val="3100"/>
              <a:buNone/>
              <a:defRPr/>
            </a:lvl7pPr>
            <a:lvl8pPr lvl="7" algn="l">
              <a:spcBef>
                <a:spcPts val="0"/>
              </a:spcBef>
              <a:spcAft>
                <a:spcPts val="0"/>
              </a:spcAft>
              <a:buSzPts val="3100"/>
              <a:buNone/>
              <a:defRPr/>
            </a:lvl8pPr>
            <a:lvl9pPr lvl="8" algn="l">
              <a:spcBef>
                <a:spcPts val="0"/>
              </a:spcBef>
              <a:spcAft>
                <a:spcPts val="0"/>
              </a:spcAft>
              <a:buSzPts val="3100"/>
              <a:buNone/>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39"/>
        <p:cNvGrpSpPr/>
        <p:nvPr/>
      </p:nvGrpSpPr>
      <p:grpSpPr>
        <a:xfrm>
          <a:off x="0" y="0"/>
          <a:ext cx="0" cy="0"/>
          <a:chOff x="0" y="0"/>
          <a:chExt cx="0" cy="0"/>
        </a:xfrm>
      </p:grpSpPr>
      <p:sp>
        <p:nvSpPr>
          <p:cNvPr id="640" name="Google Shape;640;p79"/>
          <p:cNvSpPr txBox="1">
            <a:spLocks noGrp="1"/>
          </p:cNvSpPr>
          <p:nvPr>
            <p:ph type="title" hasCustomPrompt="1"/>
          </p:nvPr>
        </p:nvSpPr>
        <p:spPr>
          <a:xfrm>
            <a:off x="1604400" y="1600075"/>
            <a:ext cx="5935200" cy="1323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3000"/>
              <a:buNone/>
              <a:defRPr sz="7400"/>
            </a:lvl1pPr>
            <a:lvl2pPr lvl="1" algn="ctr">
              <a:spcBef>
                <a:spcPts val="0"/>
              </a:spcBef>
              <a:spcAft>
                <a:spcPts val="0"/>
              </a:spcAft>
              <a:buSzPts val="13000"/>
              <a:buNone/>
              <a:defRPr sz="13000"/>
            </a:lvl2pPr>
            <a:lvl3pPr lvl="2" algn="ctr">
              <a:spcBef>
                <a:spcPts val="0"/>
              </a:spcBef>
              <a:spcAft>
                <a:spcPts val="0"/>
              </a:spcAft>
              <a:buSzPts val="13000"/>
              <a:buNone/>
              <a:defRPr sz="13000"/>
            </a:lvl3pPr>
            <a:lvl4pPr lvl="3" algn="ctr">
              <a:spcBef>
                <a:spcPts val="0"/>
              </a:spcBef>
              <a:spcAft>
                <a:spcPts val="0"/>
              </a:spcAft>
              <a:buSzPts val="13000"/>
              <a:buNone/>
              <a:defRPr sz="13000"/>
            </a:lvl4pPr>
            <a:lvl5pPr lvl="4" algn="ctr">
              <a:spcBef>
                <a:spcPts val="0"/>
              </a:spcBef>
              <a:spcAft>
                <a:spcPts val="0"/>
              </a:spcAft>
              <a:buSzPts val="13000"/>
              <a:buNone/>
              <a:defRPr sz="13000"/>
            </a:lvl5pPr>
            <a:lvl6pPr lvl="5" algn="ctr">
              <a:spcBef>
                <a:spcPts val="0"/>
              </a:spcBef>
              <a:spcAft>
                <a:spcPts val="0"/>
              </a:spcAft>
              <a:buSzPts val="13000"/>
              <a:buNone/>
              <a:defRPr sz="13000"/>
            </a:lvl6pPr>
            <a:lvl7pPr lvl="6" algn="ctr">
              <a:spcBef>
                <a:spcPts val="0"/>
              </a:spcBef>
              <a:spcAft>
                <a:spcPts val="0"/>
              </a:spcAft>
              <a:buSzPts val="13000"/>
              <a:buNone/>
              <a:defRPr sz="13000"/>
            </a:lvl7pPr>
            <a:lvl8pPr lvl="7" algn="ctr">
              <a:spcBef>
                <a:spcPts val="0"/>
              </a:spcBef>
              <a:spcAft>
                <a:spcPts val="0"/>
              </a:spcAft>
              <a:buSzPts val="13000"/>
              <a:buNone/>
              <a:defRPr sz="13000"/>
            </a:lvl8pPr>
            <a:lvl9pPr lvl="8" algn="ctr">
              <a:spcBef>
                <a:spcPts val="0"/>
              </a:spcBef>
              <a:spcAft>
                <a:spcPts val="0"/>
              </a:spcAft>
              <a:buSzPts val="13000"/>
              <a:buNone/>
              <a:defRPr sz="13000"/>
            </a:lvl9pPr>
          </a:lstStyle>
          <a:p>
            <a:r>
              <a:t>xx%</a:t>
            </a:r>
          </a:p>
        </p:txBody>
      </p:sp>
      <p:sp>
        <p:nvSpPr>
          <p:cNvPr id="641" name="Google Shape;641;p79"/>
          <p:cNvSpPr txBox="1">
            <a:spLocks noGrp="1"/>
          </p:cNvSpPr>
          <p:nvPr>
            <p:ph type="subTitle" idx="1"/>
          </p:nvPr>
        </p:nvSpPr>
        <p:spPr>
          <a:xfrm>
            <a:off x="1604400" y="2923675"/>
            <a:ext cx="5935200" cy="4233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a:endParaRPr/>
          </a:p>
        </p:txBody>
      </p:sp>
      <p:sp>
        <p:nvSpPr>
          <p:cNvPr id="642" name="Google Shape;642;p79"/>
          <p:cNvSpPr/>
          <p:nvPr/>
        </p:nvSpPr>
        <p:spPr>
          <a:xfrm rot="10800000">
            <a:off x="-55375"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43" name="Google Shape;643;p79"/>
          <p:cNvGrpSpPr/>
          <p:nvPr/>
        </p:nvGrpSpPr>
        <p:grpSpPr>
          <a:xfrm rot="10800000">
            <a:off x="-55325" y="0"/>
            <a:ext cx="9199325" cy="4604000"/>
            <a:chOff x="-55375" y="539500"/>
            <a:chExt cx="9199325" cy="4604000"/>
          </a:xfrm>
        </p:grpSpPr>
        <p:cxnSp>
          <p:nvCxnSpPr>
            <p:cNvPr id="644" name="Google Shape;644;p79"/>
            <p:cNvCxnSpPr/>
            <p:nvPr/>
          </p:nvCxnSpPr>
          <p:spPr>
            <a:xfrm>
              <a:off x="-55375" y="4608575"/>
              <a:ext cx="4563600" cy="0"/>
            </a:xfrm>
            <a:prstGeom prst="straightConnector1">
              <a:avLst/>
            </a:prstGeom>
            <a:noFill/>
            <a:ln w="9525" cap="flat" cmpd="sng">
              <a:solidFill>
                <a:schemeClr val="dk1"/>
              </a:solidFill>
              <a:prstDash val="solid"/>
              <a:round/>
              <a:headEnd type="none" w="med" len="med"/>
              <a:tailEnd type="none" w="med" len="med"/>
            </a:ln>
          </p:spPr>
        </p:cxnSp>
        <p:cxnSp>
          <p:nvCxnSpPr>
            <p:cNvPr id="645" name="Google Shape;645;p79"/>
            <p:cNvCxnSpPr/>
            <p:nvPr/>
          </p:nvCxnSpPr>
          <p:spPr>
            <a:xfrm>
              <a:off x="2576350" y="539500"/>
              <a:ext cx="6567600" cy="0"/>
            </a:xfrm>
            <a:prstGeom prst="straightConnector1">
              <a:avLst/>
            </a:prstGeom>
            <a:noFill/>
            <a:ln w="9525" cap="flat" cmpd="sng">
              <a:solidFill>
                <a:schemeClr val="dk1"/>
              </a:solidFill>
              <a:prstDash val="solid"/>
              <a:round/>
              <a:headEnd type="none" w="med" len="med"/>
              <a:tailEnd type="none" w="med" len="med"/>
            </a:ln>
          </p:spPr>
        </p:cxnSp>
        <p:cxnSp>
          <p:nvCxnSpPr>
            <p:cNvPr id="646" name="Google Shape;646;p79"/>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647"/>
        <p:cNvGrpSpPr/>
        <p:nvPr/>
      </p:nvGrpSpPr>
      <p:grpSpPr>
        <a:xfrm>
          <a:off x="0" y="0"/>
          <a:ext cx="0" cy="0"/>
          <a:chOff x="0" y="0"/>
          <a:chExt cx="0" cy="0"/>
        </a:xfrm>
      </p:grpSpPr>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48"/>
        <p:cNvGrpSpPr/>
        <p:nvPr/>
      </p:nvGrpSpPr>
      <p:grpSpPr>
        <a:xfrm>
          <a:off x="0" y="0"/>
          <a:ext cx="0" cy="0"/>
          <a:chOff x="0" y="0"/>
          <a:chExt cx="0" cy="0"/>
        </a:xfrm>
      </p:grpSpPr>
      <p:sp>
        <p:nvSpPr>
          <p:cNvPr id="649" name="Google Shape;649;p8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650" name="Google Shape;650;p81"/>
          <p:cNvSpPr txBox="1">
            <a:spLocks noGrp="1"/>
          </p:cNvSpPr>
          <p:nvPr>
            <p:ph type="subTitle" idx="1"/>
          </p:nvPr>
        </p:nvSpPr>
        <p:spPr>
          <a:xfrm>
            <a:off x="1936100" y="2129352"/>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651" name="Google Shape;651;p81"/>
          <p:cNvSpPr txBox="1">
            <a:spLocks noGrp="1"/>
          </p:cNvSpPr>
          <p:nvPr>
            <p:ph type="subTitle" idx="2"/>
          </p:nvPr>
        </p:nvSpPr>
        <p:spPr>
          <a:xfrm>
            <a:off x="1936100" y="1370275"/>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52" name="Google Shape;652;p81"/>
          <p:cNvSpPr txBox="1">
            <a:spLocks noGrp="1"/>
          </p:cNvSpPr>
          <p:nvPr>
            <p:ph type="title" idx="3" hasCustomPrompt="1"/>
          </p:nvPr>
        </p:nvSpPr>
        <p:spPr>
          <a:xfrm>
            <a:off x="993600" y="1483400"/>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653" name="Google Shape;653;p81"/>
          <p:cNvSpPr txBox="1">
            <a:spLocks noGrp="1"/>
          </p:cNvSpPr>
          <p:nvPr>
            <p:ph type="subTitle" idx="4"/>
          </p:nvPr>
        </p:nvSpPr>
        <p:spPr>
          <a:xfrm>
            <a:off x="1936100" y="3827175"/>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654" name="Google Shape;654;p81"/>
          <p:cNvSpPr txBox="1">
            <a:spLocks noGrp="1"/>
          </p:cNvSpPr>
          <p:nvPr>
            <p:ph type="subTitle" idx="5"/>
          </p:nvPr>
        </p:nvSpPr>
        <p:spPr>
          <a:xfrm>
            <a:off x="1936100" y="3068200"/>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55" name="Google Shape;655;p81"/>
          <p:cNvSpPr txBox="1">
            <a:spLocks noGrp="1"/>
          </p:cNvSpPr>
          <p:nvPr>
            <p:ph type="title" idx="6" hasCustomPrompt="1"/>
          </p:nvPr>
        </p:nvSpPr>
        <p:spPr>
          <a:xfrm>
            <a:off x="993600" y="3179712"/>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656" name="Google Shape;656;p81"/>
          <p:cNvSpPr txBox="1">
            <a:spLocks noGrp="1"/>
          </p:cNvSpPr>
          <p:nvPr>
            <p:ph type="subTitle" idx="7"/>
          </p:nvPr>
        </p:nvSpPr>
        <p:spPr>
          <a:xfrm>
            <a:off x="5969570" y="2129352"/>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657" name="Google Shape;657;p81"/>
          <p:cNvSpPr txBox="1">
            <a:spLocks noGrp="1"/>
          </p:cNvSpPr>
          <p:nvPr>
            <p:ph type="subTitle" idx="8"/>
          </p:nvPr>
        </p:nvSpPr>
        <p:spPr>
          <a:xfrm>
            <a:off x="5969570" y="1370275"/>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58" name="Google Shape;658;p81"/>
          <p:cNvSpPr txBox="1">
            <a:spLocks noGrp="1"/>
          </p:cNvSpPr>
          <p:nvPr>
            <p:ph type="title" idx="9" hasCustomPrompt="1"/>
          </p:nvPr>
        </p:nvSpPr>
        <p:spPr>
          <a:xfrm>
            <a:off x="5033780" y="1483400"/>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sp>
        <p:nvSpPr>
          <p:cNvPr id="659" name="Google Shape;659;p81"/>
          <p:cNvSpPr txBox="1">
            <a:spLocks noGrp="1"/>
          </p:cNvSpPr>
          <p:nvPr>
            <p:ph type="subTitle" idx="13"/>
          </p:nvPr>
        </p:nvSpPr>
        <p:spPr>
          <a:xfrm>
            <a:off x="5969570" y="3827175"/>
            <a:ext cx="2288700" cy="648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660" name="Google Shape;660;p81"/>
          <p:cNvSpPr txBox="1">
            <a:spLocks noGrp="1"/>
          </p:cNvSpPr>
          <p:nvPr>
            <p:ph type="subTitle" idx="14"/>
          </p:nvPr>
        </p:nvSpPr>
        <p:spPr>
          <a:xfrm>
            <a:off x="5969570" y="3068200"/>
            <a:ext cx="2288700" cy="8031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61" name="Google Shape;661;p81"/>
          <p:cNvSpPr txBox="1">
            <a:spLocks noGrp="1"/>
          </p:cNvSpPr>
          <p:nvPr>
            <p:ph type="title" idx="15" hasCustomPrompt="1"/>
          </p:nvPr>
        </p:nvSpPr>
        <p:spPr>
          <a:xfrm>
            <a:off x="5033780" y="3179712"/>
            <a:ext cx="876300" cy="1152900"/>
          </a:xfrm>
          <a:prstGeom prst="rect">
            <a:avLst/>
          </a:prstGeom>
          <a:noFill/>
        </p:spPr>
        <p:txBody>
          <a:bodyPr spcFirstLastPara="1" wrap="square" lIns="91425" tIns="91425" rIns="91425" bIns="91425" anchor="ctr" anchorCtr="0">
            <a:noAutofit/>
          </a:bodyPr>
          <a:lstStyle>
            <a:lvl1pPr lvl="0" algn="ctr">
              <a:spcBef>
                <a:spcPts val="0"/>
              </a:spcBef>
              <a:spcAft>
                <a:spcPts val="0"/>
              </a:spcAft>
              <a:buSzPts val="4600"/>
              <a:buNone/>
              <a:defRPr sz="3400"/>
            </a:lvl1pPr>
            <a:lvl2pPr lvl="1" algn="ctr">
              <a:spcBef>
                <a:spcPts val="0"/>
              </a:spcBef>
              <a:spcAft>
                <a:spcPts val="0"/>
              </a:spcAft>
              <a:buSzPts val="4600"/>
              <a:buNone/>
              <a:defRPr sz="4600"/>
            </a:lvl2pPr>
            <a:lvl3pPr lvl="2" algn="ctr">
              <a:spcBef>
                <a:spcPts val="0"/>
              </a:spcBef>
              <a:spcAft>
                <a:spcPts val="0"/>
              </a:spcAft>
              <a:buSzPts val="4600"/>
              <a:buNone/>
              <a:defRPr sz="4600"/>
            </a:lvl3pPr>
            <a:lvl4pPr lvl="3" algn="ctr">
              <a:spcBef>
                <a:spcPts val="0"/>
              </a:spcBef>
              <a:spcAft>
                <a:spcPts val="0"/>
              </a:spcAft>
              <a:buSzPts val="4600"/>
              <a:buNone/>
              <a:defRPr sz="4600"/>
            </a:lvl4pPr>
            <a:lvl5pPr lvl="4" algn="ctr">
              <a:spcBef>
                <a:spcPts val="0"/>
              </a:spcBef>
              <a:spcAft>
                <a:spcPts val="0"/>
              </a:spcAft>
              <a:buSzPts val="4600"/>
              <a:buNone/>
              <a:defRPr sz="4600"/>
            </a:lvl5pPr>
            <a:lvl6pPr lvl="5" algn="ctr">
              <a:spcBef>
                <a:spcPts val="0"/>
              </a:spcBef>
              <a:spcAft>
                <a:spcPts val="0"/>
              </a:spcAft>
              <a:buSzPts val="4600"/>
              <a:buNone/>
              <a:defRPr sz="4600"/>
            </a:lvl6pPr>
            <a:lvl7pPr lvl="6" algn="ctr">
              <a:spcBef>
                <a:spcPts val="0"/>
              </a:spcBef>
              <a:spcAft>
                <a:spcPts val="0"/>
              </a:spcAft>
              <a:buSzPts val="4600"/>
              <a:buNone/>
              <a:defRPr sz="4600"/>
            </a:lvl7pPr>
            <a:lvl8pPr lvl="7" algn="ctr">
              <a:spcBef>
                <a:spcPts val="0"/>
              </a:spcBef>
              <a:spcAft>
                <a:spcPts val="0"/>
              </a:spcAft>
              <a:buSzPts val="4600"/>
              <a:buNone/>
              <a:defRPr sz="4600"/>
            </a:lvl8pPr>
            <a:lvl9pPr lvl="8" algn="ctr">
              <a:spcBef>
                <a:spcPts val="0"/>
              </a:spcBef>
              <a:spcAft>
                <a:spcPts val="0"/>
              </a:spcAft>
              <a:buSzPts val="4600"/>
              <a:buNone/>
              <a:defRPr sz="4600"/>
            </a:lvl9pPr>
          </a:lstStyle>
          <a:p>
            <a:r>
              <a:t>xx%</a:t>
            </a:r>
          </a:p>
        </p:txBody>
      </p:sp>
      <p:cxnSp>
        <p:nvCxnSpPr>
          <p:cNvPr id="662" name="Google Shape;662;p81"/>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Quote">
  <p:cSld name="CUSTOM_1">
    <p:spTree>
      <p:nvGrpSpPr>
        <p:cNvPr id="1" name="Shape 663"/>
        <p:cNvGrpSpPr/>
        <p:nvPr/>
      </p:nvGrpSpPr>
      <p:grpSpPr>
        <a:xfrm>
          <a:off x="0" y="0"/>
          <a:ext cx="0" cy="0"/>
          <a:chOff x="0" y="0"/>
          <a:chExt cx="0" cy="0"/>
        </a:xfrm>
      </p:grpSpPr>
      <p:sp>
        <p:nvSpPr>
          <p:cNvPr id="664" name="Google Shape;664;p82"/>
          <p:cNvSpPr txBox="1">
            <a:spLocks noGrp="1"/>
          </p:cNvSpPr>
          <p:nvPr>
            <p:ph type="title"/>
          </p:nvPr>
        </p:nvSpPr>
        <p:spPr>
          <a:xfrm>
            <a:off x="783150" y="3920175"/>
            <a:ext cx="7577700" cy="554100"/>
          </a:xfrm>
          <a:prstGeom prst="rect">
            <a:avLst/>
          </a:prstGeom>
        </p:spPr>
        <p:txBody>
          <a:bodyPr spcFirstLastPara="1" wrap="square" lIns="91425" tIns="91425" rIns="91425" bIns="91425" anchor="t" anchorCtr="0">
            <a:noAutofit/>
          </a:bodyPr>
          <a:lstStyle>
            <a:lvl1pPr lvl="0" algn="r">
              <a:spcBef>
                <a:spcPts val="0"/>
              </a:spcBef>
              <a:spcAft>
                <a:spcPts val="0"/>
              </a:spcAft>
              <a:buSzPts val="2400"/>
              <a:buNone/>
              <a:defRPr sz="27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65" name="Google Shape;665;p82"/>
          <p:cNvSpPr txBox="1">
            <a:spLocks noGrp="1"/>
          </p:cNvSpPr>
          <p:nvPr>
            <p:ph type="subTitle" idx="1"/>
          </p:nvPr>
        </p:nvSpPr>
        <p:spPr>
          <a:xfrm>
            <a:off x="783150" y="1931831"/>
            <a:ext cx="7577700" cy="19116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3500"/>
              <a:buNone/>
              <a:defRPr sz="3100"/>
            </a:lvl1pPr>
            <a:lvl2pPr lvl="1" algn="ctr">
              <a:lnSpc>
                <a:spcPct val="115000"/>
              </a:lnSpc>
              <a:spcBef>
                <a:spcPts val="0"/>
              </a:spcBef>
              <a:spcAft>
                <a:spcPts val="0"/>
              </a:spcAft>
              <a:buSzPts val="3500"/>
              <a:buNone/>
              <a:defRPr sz="3500"/>
            </a:lvl2pPr>
            <a:lvl3pPr lvl="2" algn="ctr">
              <a:lnSpc>
                <a:spcPct val="115000"/>
              </a:lnSpc>
              <a:spcBef>
                <a:spcPts val="0"/>
              </a:spcBef>
              <a:spcAft>
                <a:spcPts val="0"/>
              </a:spcAft>
              <a:buSzPts val="3500"/>
              <a:buNone/>
              <a:defRPr sz="3500"/>
            </a:lvl3pPr>
            <a:lvl4pPr lvl="3" algn="ctr">
              <a:lnSpc>
                <a:spcPct val="115000"/>
              </a:lnSpc>
              <a:spcBef>
                <a:spcPts val="0"/>
              </a:spcBef>
              <a:spcAft>
                <a:spcPts val="0"/>
              </a:spcAft>
              <a:buSzPts val="3500"/>
              <a:buNone/>
              <a:defRPr sz="3500"/>
            </a:lvl4pPr>
            <a:lvl5pPr lvl="4" algn="ctr">
              <a:lnSpc>
                <a:spcPct val="115000"/>
              </a:lnSpc>
              <a:spcBef>
                <a:spcPts val="0"/>
              </a:spcBef>
              <a:spcAft>
                <a:spcPts val="0"/>
              </a:spcAft>
              <a:buSzPts val="3500"/>
              <a:buNone/>
              <a:defRPr sz="3500"/>
            </a:lvl5pPr>
            <a:lvl6pPr lvl="5" algn="ctr">
              <a:lnSpc>
                <a:spcPct val="115000"/>
              </a:lnSpc>
              <a:spcBef>
                <a:spcPts val="0"/>
              </a:spcBef>
              <a:spcAft>
                <a:spcPts val="0"/>
              </a:spcAft>
              <a:buSzPts val="3500"/>
              <a:buNone/>
              <a:defRPr sz="3500"/>
            </a:lvl6pPr>
            <a:lvl7pPr lvl="6" algn="ctr">
              <a:lnSpc>
                <a:spcPct val="115000"/>
              </a:lnSpc>
              <a:spcBef>
                <a:spcPts val="0"/>
              </a:spcBef>
              <a:spcAft>
                <a:spcPts val="0"/>
              </a:spcAft>
              <a:buSzPts val="3500"/>
              <a:buNone/>
              <a:defRPr sz="3500"/>
            </a:lvl7pPr>
            <a:lvl8pPr lvl="7" algn="ctr">
              <a:lnSpc>
                <a:spcPct val="115000"/>
              </a:lnSpc>
              <a:spcBef>
                <a:spcPts val="0"/>
              </a:spcBef>
              <a:spcAft>
                <a:spcPts val="0"/>
              </a:spcAft>
              <a:buSzPts val="3500"/>
              <a:buNone/>
              <a:defRPr sz="3500"/>
            </a:lvl8pPr>
            <a:lvl9pPr lvl="8" algn="ctr">
              <a:lnSpc>
                <a:spcPct val="115000"/>
              </a:lnSpc>
              <a:spcBef>
                <a:spcPts val="0"/>
              </a:spcBef>
              <a:spcAft>
                <a:spcPts val="0"/>
              </a:spcAft>
              <a:buSzPts val="3500"/>
              <a:buNone/>
              <a:defRPr sz="3500"/>
            </a:lvl9pPr>
          </a:lstStyle>
          <a:p>
            <a:endParaRPr/>
          </a:p>
        </p:txBody>
      </p:sp>
      <p:cxnSp>
        <p:nvCxnSpPr>
          <p:cNvPr id="666" name="Google Shape;666;p82"/>
          <p:cNvCxnSpPr/>
          <p:nvPr/>
        </p:nvCxnSpPr>
        <p:spPr>
          <a:xfrm rot="10800000">
            <a:off x="75" y="4876025"/>
            <a:ext cx="8257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Section header 1">
  <p:cSld name="CUSTOM_1_1">
    <p:spTree>
      <p:nvGrpSpPr>
        <p:cNvPr id="1" name="Shape 667"/>
        <p:cNvGrpSpPr/>
        <p:nvPr/>
      </p:nvGrpSpPr>
      <p:grpSpPr>
        <a:xfrm>
          <a:off x="0" y="0"/>
          <a:ext cx="0" cy="0"/>
          <a:chOff x="0" y="0"/>
          <a:chExt cx="0" cy="0"/>
        </a:xfrm>
      </p:grpSpPr>
      <p:sp>
        <p:nvSpPr>
          <p:cNvPr id="668" name="Google Shape;668;p83"/>
          <p:cNvSpPr txBox="1">
            <a:spLocks noGrp="1"/>
          </p:cNvSpPr>
          <p:nvPr>
            <p:ph type="title"/>
          </p:nvPr>
        </p:nvSpPr>
        <p:spPr>
          <a:xfrm flipH="1">
            <a:off x="4426725" y="2036300"/>
            <a:ext cx="3205200" cy="1477500"/>
          </a:xfrm>
          <a:prstGeom prst="rect">
            <a:avLst/>
          </a:prstGeom>
        </p:spPr>
        <p:txBody>
          <a:bodyPr spcFirstLastPara="1" wrap="square" lIns="91425" tIns="91425" rIns="91425" bIns="91425" anchor="t" anchorCtr="0">
            <a:noAutofit/>
          </a:bodyPr>
          <a:lstStyle>
            <a:lvl1pPr lvl="0" algn="r">
              <a:spcBef>
                <a:spcPts val="0"/>
              </a:spcBef>
              <a:spcAft>
                <a:spcPts val="0"/>
              </a:spcAft>
              <a:buSzPts val="4500"/>
              <a:buNone/>
              <a:defRPr sz="4200"/>
            </a:lvl1pPr>
            <a:lvl2pPr lvl="1" algn="r">
              <a:spcBef>
                <a:spcPts val="0"/>
              </a:spcBef>
              <a:spcAft>
                <a:spcPts val="0"/>
              </a:spcAft>
              <a:buSzPts val="4500"/>
              <a:buNone/>
              <a:defRPr sz="4500"/>
            </a:lvl2pPr>
            <a:lvl3pPr lvl="2" algn="r">
              <a:spcBef>
                <a:spcPts val="0"/>
              </a:spcBef>
              <a:spcAft>
                <a:spcPts val="0"/>
              </a:spcAft>
              <a:buSzPts val="4500"/>
              <a:buNone/>
              <a:defRPr sz="4500"/>
            </a:lvl3pPr>
            <a:lvl4pPr lvl="3" algn="r">
              <a:spcBef>
                <a:spcPts val="0"/>
              </a:spcBef>
              <a:spcAft>
                <a:spcPts val="0"/>
              </a:spcAft>
              <a:buSzPts val="4500"/>
              <a:buNone/>
              <a:defRPr sz="4500"/>
            </a:lvl4pPr>
            <a:lvl5pPr lvl="4" algn="r">
              <a:spcBef>
                <a:spcPts val="0"/>
              </a:spcBef>
              <a:spcAft>
                <a:spcPts val="0"/>
              </a:spcAft>
              <a:buSzPts val="4500"/>
              <a:buNone/>
              <a:defRPr sz="4500"/>
            </a:lvl5pPr>
            <a:lvl6pPr lvl="5" algn="r">
              <a:spcBef>
                <a:spcPts val="0"/>
              </a:spcBef>
              <a:spcAft>
                <a:spcPts val="0"/>
              </a:spcAft>
              <a:buSzPts val="4500"/>
              <a:buNone/>
              <a:defRPr sz="4500"/>
            </a:lvl6pPr>
            <a:lvl7pPr lvl="6" algn="r">
              <a:spcBef>
                <a:spcPts val="0"/>
              </a:spcBef>
              <a:spcAft>
                <a:spcPts val="0"/>
              </a:spcAft>
              <a:buSzPts val="4500"/>
              <a:buNone/>
              <a:defRPr sz="4500"/>
            </a:lvl7pPr>
            <a:lvl8pPr lvl="7" algn="r">
              <a:spcBef>
                <a:spcPts val="0"/>
              </a:spcBef>
              <a:spcAft>
                <a:spcPts val="0"/>
              </a:spcAft>
              <a:buSzPts val="4500"/>
              <a:buNone/>
              <a:defRPr sz="4500"/>
            </a:lvl8pPr>
            <a:lvl9pPr lvl="8" algn="r">
              <a:spcBef>
                <a:spcPts val="0"/>
              </a:spcBef>
              <a:spcAft>
                <a:spcPts val="0"/>
              </a:spcAft>
              <a:buSzPts val="4500"/>
              <a:buNone/>
              <a:defRPr sz="4500"/>
            </a:lvl9pPr>
          </a:lstStyle>
          <a:p>
            <a:endParaRPr/>
          </a:p>
        </p:txBody>
      </p:sp>
      <p:sp>
        <p:nvSpPr>
          <p:cNvPr id="669" name="Google Shape;669;p83"/>
          <p:cNvSpPr txBox="1">
            <a:spLocks noGrp="1"/>
          </p:cNvSpPr>
          <p:nvPr>
            <p:ph type="title" idx="2" hasCustomPrompt="1"/>
          </p:nvPr>
        </p:nvSpPr>
        <p:spPr>
          <a:xfrm flipH="1">
            <a:off x="6555825" y="1012500"/>
            <a:ext cx="1076100" cy="870000"/>
          </a:xfrm>
          <a:prstGeom prst="rect">
            <a:avLst/>
          </a:prstGeom>
          <a:noFill/>
        </p:spPr>
        <p:txBody>
          <a:bodyPr spcFirstLastPara="1" wrap="square" lIns="91425" tIns="91425" rIns="91425" bIns="91425" anchor="ctr" anchorCtr="0">
            <a:noAutofit/>
          </a:bodyPr>
          <a:lstStyle>
            <a:lvl1pPr lvl="0" algn="r">
              <a:spcBef>
                <a:spcPts val="0"/>
              </a:spcBef>
              <a:spcAft>
                <a:spcPts val="0"/>
              </a:spcAft>
              <a:buSzPts val="5300"/>
              <a:buNone/>
              <a:defRPr sz="4200"/>
            </a:lvl1pPr>
            <a:lvl2pPr lvl="1" algn="ctr">
              <a:spcBef>
                <a:spcPts val="0"/>
              </a:spcBef>
              <a:spcAft>
                <a:spcPts val="0"/>
              </a:spcAft>
              <a:buSzPts val="5300"/>
              <a:buNone/>
              <a:defRPr sz="5300"/>
            </a:lvl2pPr>
            <a:lvl3pPr lvl="2" algn="ctr">
              <a:spcBef>
                <a:spcPts val="0"/>
              </a:spcBef>
              <a:spcAft>
                <a:spcPts val="0"/>
              </a:spcAft>
              <a:buSzPts val="5300"/>
              <a:buNone/>
              <a:defRPr sz="5300"/>
            </a:lvl3pPr>
            <a:lvl4pPr lvl="3" algn="ctr">
              <a:spcBef>
                <a:spcPts val="0"/>
              </a:spcBef>
              <a:spcAft>
                <a:spcPts val="0"/>
              </a:spcAft>
              <a:buSzPts val="5300"/>
              <a:buNone/>
              <a:defRPr sz="5300"/>
            </a:lvl4pPr>
            <a:lvl5pPr lvl="4" algn="ctr">
              <a:spcBef>
                <a:spcPts val="0"/>
              </a:spcBef>
              <a:spcAft>
                <a:spcPts val="0"/>
              </a:spcAft>
              <a:buSzPts val="5300"/>
              <a:buNone/>
              <a:defRPr sz="5300"/>
            </a:lvl5pPr>
            <a:lvl6pPr lvl="5" algn="ctr">
              <a:spcBef>
                <a:spcPts val="0"/>
              </a:spcBef>
              <a:spcAft>
                <a:spcPts val="0"/>
              </a:spcAft>
              <a:buSzPts val="5300"/>
              <a:buNone/>
              <a:defRPr sz="5300"/>
            </a:lvl6pPr>
            <a:lvl7pPr lvl="6" algn="ctr">
              <a:spcBef>
                <a:spcPts val="0"/>
              </a:spcBef>
              <a:spcAft>
                <a:spcPts val="0"/>
              </a:spcAft>
              <a:buSzPts val="5300"/>
              <a:buNone/>
              <a:defRPr sz="5300"/>
            </a:lvl7pPr>
            <a:lvl8pPr lvl="7" algn="ctr">
              <a:spcBef>
                <a:spcPts val="0"/>
              </a:spcBef>
              <a:spcAft>
                <a:spcPts val="0"/>
              </a:spcAft>
              <a:buSzPts val="5300"/>
              <a:buNone/>
              <a:defRPr sz="5300"/>
            </a:lvl8pPr>
            <a:lvl9pPr lvl="8" algn="ctr">
              <a:spcBef>
                <a:spcPts val="0"/>
              </a:spcBef>
              <a:spcAft>
                <a:spcPts val="0"/>
              </a:spcAft>
              <a:buSzPts val="5300"/>
              <a:buNone/>
              <a:defRPr sz="5300"/>
            </a:lvl9pPr>
          </a:lstStyle>
          <a:p>
            <a:r>
              <a:t>xx%</a:t>
            </a:r>
          </a:p>
        </p:txBody>
      </p:sp>
      <p:sp>
        <p:nvSpPr>
          <p:cNvPr id="670" name="Google Shape;670;p83"/>
          <p:cNvSpPr txBox="1">
            <a:spLocks noGrp="1"/>
          </p:cNvSpPr>
          <p:nvPr>
            <p:ph type="subTitle" idx="1"/>
          </p:nvPr>
        </p:nvSpPr>
        <p:spPr>
          <a:xfrm flipH="1">
            <a:off x="4426725" y="3573275"/>
            <a:ext cx="3205200" cy="6975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850"/>
              <a:buNone/>
              <a:defRPr sz="1550"/>
            </a:lvl1pPr>
            <a:lvl2pPr lvl="1" algn="r">
              <a:lnSpc>
                <a:spcPct val="115000"/>
              </a:lnSpc>
              <a:spcBef>
                <a:spcPts val="0"/>
              </a:spcBef>
              <a:spcAft>
                <a:spcPts val="0"/>
              </a:spcAft>
              <a:buSzPts val="1850"/>
              <a:buNone/>
              <a:defRPr sz="1850"/>
            </a:lvl2pPr>
            <a:lvl3pPr lvl="2" algn="r">
              <a:lnSpc>
                <a:spcPct val="115000"/>
              </a:lnSpc>
              <a:spcBef>
                <a:spcPts val="0"/>
              </a:spcBef>
              <a:spcAft>
                <a:spcPts val="0"/>
              </a:spcAft>
              <a:buSzPts val="1850"/>
              <a:buNone/>
              <a:defRPr sz="1850"/>
            </a:lvl3pPr>
            <a:lvl4pPr lvl="3" algn="r">
              <a:lnSpc>
                <a:spcPct val="115000"/>
              </a:lnSpc>
              <a:spcBef>
                <a:spcPts val="0"/>
              </a:spcBef>
              <a:spcAft>
                <a:spcPts val="0"/>
              </a:spcAft>
              <a:buSzPts val="1850"/>
              <a:buNone/>
              <a:defRPr sz="1850"/>
            </a:lvl4pPr>
            <a:lvl5pPr lvl="4" algn="r">
              <a:lnSpc>
                <a:spcPct val="115000"/>
              </a:lnSpc>
              <a:spcBef>
                <a:spcPts val="0"/>
              </a:spcBef>
              <a:spcAft>
                <a:spcPts val="0"/>
              </a:spcAft>
              <a:buSzPts val="1850"/>
              <a:buNone/>
              <a:defRPr sz="1850"/>
            </a:lvl5pPr>
            <a:lvl6pPr lvl="5" algn="r">
              <a:lnSpc>
                <a:spcPct val="115000"/>
              </a:lnSpc>
              <a:spcBef>
                <a:spcPts val="0"/>
              </a:spcBef>
              <a:spcAft>
                <a:spcPts val="0"/>
              </a:spcAft>
              <a:buSzPts val="1850"/>
              <a:buNone/>
              <a:defRPr sz="1850"/>
            </a:lvl6pPr>
            <a:lvl7pPr lvl="6" algn="r">
              <a:lnSpc>
                <a:spcPct val="115000"/>
              </a:lnSpc>
              <a:spcBef>
                <a:spcPts val="0"/>
              </a:spcBef>
              <a:spcAft>
                <a:spcPts val="0"/>
              </a:spcAft>
              <a:buSzPts val="1850"/>
              <a:buNone/>
              <a:defRPr sz="1850"/>
            </a:lvl7pPr>
            <a:lvl8pPr lvl="7" algn="r">
              <a:lnSpc>
                <a:spcPct val="115000"/>
              </a:lnSpc>
              <a:spcBef>
                <a:spcPts val="0"/>
              </a:spcBef>
              <a:spcAft>
                <a:spcPts val="0"/>
              </a:spcAft>
              <a:buSzPts val="1850"/>
              <a:buNone/>
              <a:defRPr sz="1850"/>
            </a:lvl8pPr>
            <a:lvl9pPr lvl="8" algn="r">
              <a:lnSpc>
                <a:spcPct val="115000"/>
              </a:lnSpc>
              <a:spcBef>
                <a:spcPts val="0"/>
              </a:spcBef>
              <a:spcAft>
                <a:spcPts val="0"/>
              </a:spcAft>
              <a:buSzPts val="1850"/>
              <a:buNone/>
              <a:defRPr sz="1850"/>
            </a:lvl9pPr>
          </a:lstStyle>
          <a:p>
            <a:endParaRPr/>
          </a:p>
        </p:txBody>
      </p:sp>
      <p:sp>
        <p:nvSpPr>
          <p:cNvPr id="671" name="Google Shape;671;p83"/>
          <p:cNvSpPr/>
          <p:nvPr/>
        </p:nvSpPr>
        <p:spPr>
          <a:xfrm flipH="1">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72" name="Google Shape;672;p83"/>
          <p:cNvCxnSpPr/>
          <p:nvPr/>
        </p:nvCxnSpPr>
        <p:spPr>
          <a:xfrm rot="10800000">
            <a:off x="0" y="4876025"/>
            <a:ext cx="48708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Numbers and text">
  <p:cSld name="CUSTOM_2">
    <p:spTree>
      <p:nvGrpSpPr>
        <p:cNvPr id="1" name="Shape 673"/>
        <p:cNvGrpSpPr/>
        <p:nvPr/>
      </p:nvGrpSpPr>
      <p:grpSpPr>
        <a:xfrm>
          <a:off x="0" y="0"/>
          <a:ext cx="0" cy="0"/>
          <a:chOff x="0" y="0"/>
          <a:chExt cx="0" cy="0"/>
        </a:xfrm>
      </p:grpSpPr>
      <p:sp>
        <p:nvSpPr>
          <p:cNvPr id="674" name="Google Shape;674;p8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675" name="Google Shape;675;p84"/>
          <p:cNvSpPr txBox="1">
            <a:spLocks noGrp="1"/>
          </p:cNvSpPr>
          <p:nvPr>
            <p:ph type="subTitle" idx="1"/>
          </p:nvPr>
        </p:nvSpPr>
        <p:spPr>
          <a:xfrm>
            <a:off x="713225"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76" name="Google Shape;676;p84"/>
          <p:cNvSpPr txBox="1">
            <a:spLocks noGrp="1"/>
          </p:cNvSpPr>
          <p:nvPr>
            <p:ph type="title" idx="2" hasCustomPrompt="1"/>
          </p:nvPr>
        </p:nvSpPr>
        <p:spPr>
          <a:xfrm>
            <a:off x="713225"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77" name="Google Shape;677;p84"/>
          <p:cNvSpPr txBox="1">
            <a:spLocks noGrp="1"/>
          </p:cNvSpPr>
          <p:nvPr>
            <p:ph type="subTitle" idx="3"/>
          </p:nvPr>
        </p:nvSpPr>
        <p:spPr>
          <a:xfrm>
            <a:off x="713225"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78" name="Google Shape;678;p84"/>
          <p:cNvSpPr txBox="1">
            <a:spLocks noGrp="1"/>
          </p:cNvSpPr>
          <p:nvPr>
            <p:ph type="subTitle" idx="4"/>
          </p:nvPr>
        </p:nvSpPr>
        <p:spPr>
          <a:xfrm>
            <a:off x="6030475"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79" name="Google Shape;679;p84"/>
          <p:cNvSpPr txBox="1">
            <a:spLocks noGrp="1"/>
          </p:cNvSpPr>
          <p:nvPr>
            <p:ph type="title" idx="5" hasCustomPrompt="1"/>
          </p:nvPr>
        </p:nvSpPr>
        <p:spPr>
          <a:xfrm>
            <a:off x="6030475"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80" name="Google Shape;680;p84"/>
          <p:cNvSpPr txBox="1">
            <a:spLocks noGrp="1"/>
          </p:cNvSpPr>
          <p:nvPr>
            <p:ph type="subTitle" idx="6"/>
          </p:nvPr>
        </p:nvSpPr>
        <p:spPr>
          <a:xfrm>
            <a:off x="6030475"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681" name="Google Shape;681;p84"/>
          <p:cNvSpPr txBox="1">
            <a:spLocks noGrp="1"/>
          </p:cNvSpPr>
          <p:nvPr>
            <p:ph type="subTitle" idx="7"/>
          </p:nvPr>
        </p:nvSpPr>
        <p:spPr>
          <a:xfrm>
            <a:off x="3371850" y="358247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82" name="Google Shape;682;p84"/>
          <p:cNvSpPr txBox="1">
            <a:spLocks noGrp="1"/>
          </p:cNvSpPr>
          <p:nvPr>
            <p:ph type="title" idx="8" hasCustomPrompt="1"/>
          </p:nvPr>
        </p:nvSpPr>
        <p:spPr>
          <a:xfrm>
            <a:off x="3371850" y="1575103"/>
            <a:ext cx="2400300" cy="800400"/>
          </a:xfrm>
          <a:prstGeom prst="rect">
            <a:avLst/>
          </a:prstGeom>
        </p:spPr>
        <p:txBody>
          <a:bodyPr spcFirstLastPara="1" wrap="square" lIns="91425" tIns="91425" rIns="91425" bIns="91425" anchor="b" anchorCtr="0">
            <a:noAutofit/>
          </a:bodyPr>
          <a:lstStyle>
            <a:lvl1pPr lvl="0" algn="ctr">
              <a:spcBef>
                <a:spcPts val="0"/>
              </a:spcBef>
              <a:spcAft>
                <a:spcPts val="0"/>
              </a:spcAft>
              <a:buSzPts val="6000"/>
              <a:buNone/>
              <a:defRPr sz="4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83" name="Google Shape;683;p84"/>
          <p:cNvSpPr txBox="1">
            <a:spLocks noGrp="1"/>
          </p:cNvSpPr>
          <p:nvPr>
            <p:ph type="subTitle" idx="9"/>
          </p:nvPr>
        </p:nvSpPr>
        <p:spPr>
          <a:xfrm>
            <a:off x="3371850" y="2654575"/>
            <a:ext cx="2400300" cy="8619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cxnSp>
        <p:nvCxnSpPr>
          <p:cNvPr id="684" name="Google Shape;684;p84"/>
          <p:cNvCxnSpPr/>
          <p:nvPr/>
        </p:nvCxnSpPr>
        <p:spPr>
          <a:xfrm rot="10800000">
            <a:off x="5035800" y="4797575"/>
            <a:ext cx="41082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Numbers and text 1">
  <p:cSld name="CUSTOM_2_1_2">
    <p:spTree>
      <p:nvGrpSpPr>
        <p:cNvPr id="1" name="Shape 685"/>
        <p:cNvGrpSpPr/>
        <p:nvPr/>
      </p:nvGrpSpPr>
      <p:grpSpPr>
        <a:xfrm>
          <a:off x="0" y="0"/>
          <a:ext cx="0" cy="0"/>
          <a:chOff x="0" y="0"/>
          <a:chExt cx="0" cy="0"/>
        </a:xfrm>
      </p:grpSpPr>
      <p:sp>
        <p:nvSpPr>
          <p:cNvPr id="686" name="Google Shape;686;p85"/>
          <p:cNvSpPr txBox="1">
            <a:spLocks noGrp="1"/>
          </p:cNvSpPr>
          <p:nvPr>
            <p:ph type="subTitle" idx="1"/>
          </p:nvPr>
        </p:nvSpPr>
        <p:spPr>
          <a:xfrm>
            <a:off x="2370900" y="1278125"/>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87" name="Google Shape;687;p85"/>
          <p:cNvSpPr txBox="1">
            <a:spLocks noGrp="1"/>
          </p:cNvSpPr>
          <p:nvPr>
            <p:ph type="title" hasCustomPrompt="1"/>
          </p:nvPr>
        </p:nvSpPr>
        <p:spPr>
          <a:xfrm>
            <a:off x="2370900" y="572825"/>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688" name="Google Shape;688;p85"/>
          <p:cNvSpPr txBox="1">
            <a:spLocks noGrp="1"/>
          </p:cNvSpPr>
          <p:nvPr>
            <p:ph type="subTitle" idx="2"/>
          </p:nvPr>
        </p:nvSpPr>
        <p:spPr>
          <a:xfrm>
            <a:off x="2370900" y="4087875"/>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89" name="Google Shape;689;p85"/>
          <p:cNvSpPr txBox="1">
            <a:spLocks noGrp="1"/>
          </p:cNvSpPr>
          <p:nvPr>
            <p:ph type="title" idx="3" hasCustomPrompt="1"/>
          </p:nvPr>
        </p:nvSpPr>
        <p:spPr>
          <a:xfrm>
            <a:off x="2370900" y="3382575"/>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sp>
        <p:nvSpPr>
          <p:cNvPr id="690" name="Google Shape;690;p85"/>
          <p:cNvSpPr txBox="1">
            <a:spLocks noGrp="1"/>
          </p:cNvSpPr>
          <p:nvPr>
            <p:ph type="subTitle" idx="4"/>
          </p:nvPr>
        </p:nvSpPr>
        <p:spPr>
          <a:xfrm>
            <a:off x="2370900" y="2683000"/>
            <a:ext cx="44022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691" name="Google Shape;691;p85"/>
          <p:cNvSpPr txBox="1">
            <a:spLocks noGrp="1"/>
          </p:cNvSpPr>
          <p:nvPr>
            <p:ph type="title" idx="5" hasCustomPrompt="1"/>
          </p:nvPr>
        </p:nvSpPr>
        <p:spPr>
          <a:xfrm>
            <a:off x="2370900" y="1977700"/>
            <a:ext cx="4402200" cy="738900"/>
          </a:xfrm>
          <a:prstGeom prst="rect">
            <a:avLst/>
          </a:prstGeom>
        </p:spPr>
        <p:txBody>
          <a:bodyPr spcFirstLastPara="1" wrap="square" lIns="91425" tIns="91425" rIns="91425" bIns="91425" anchor="b" anchorCtr="0">
            <a:noAutofit/>
          </a:bodyPr>
          <a:lstStyle>
            <a:lvl1pPr lvl="0">
              <a:spcBef>
                <a:spcPts val="0"/>
              </a:spcBef>
              <a:spcAft>
                <a:spcPts val="0"/>
              </a:spcAft>
              <a:buSzPts val="6000"/>
              <a:buNone/>
              <a:defRPr sz="36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r>
              <a:t>xx%</a:t>
            </a:r>
          </a:p>
        </p:txBody>
      </p:sp>
      <p:grpSp>
        <p:nvGrpSpPr>
          <p:cNvPr id="692" name="Google Shape;692;p85"/>
          <p:cNvGrpSpPr/>
          <p:nvPr/>
        </p:nvGrpSpPr>
        <p:grpSpPr>
          <a:xfrm>
            <a:off x="711250" y="-125"/>
            <a:ext cx="7719525" cy="5143625"/>
            <a:chOff x="711250" y="-125"/>
            <a:chExt cx="7719525" cy="5143625"/>
          </a:xfrm>
        </p:grpSpPr>
        <p:cxnSp>
          <p:nvCxnSpPr>
            <p:cNvPr id="693" name="Google Shape;693;p85"/>
            <p:cNvCxnSpPr/>
            <p:nvPr/>
          </p:nvCxnSpPr>
          <p:spPr>
            <a:xfrm rot="10800000">
              <a:off x="711250" y="2191500"/>
              <a:ext cx="0" cy="2952000"/>
            </a:xfrm>
            <a:prstGeom prst="straightConnector1">
              <a:avLst/>
            </a:prstGeom>
            <a:noFill/>
            <a:ln w="9525" cap="flat" cmpd="sng">
              <a:solidFill>
                <a:schemeClr val="dk1"/>
              </a:solidFill>
              <a:prstDash val="solid"/>
              <a:round/>
              <a:headEnd type="none" w="med" len="med"/>
              <a:tailEnd type="none" w="med" len="med"/>
            </a:ln>
          </p:spPr>
        </p:cxnSp>
        <p:cxnSp>
          <p:nvCxnSpPr>
            <p:cNvPr id="694" name="Google Shape;694;p85"/>
            <p:cNvCxnSpPr/>
            <p:nvPr/>
          </p:nvCxnSpPr>
          <p:spPr>
            <a:xfrm rot="10800000">
              <a:off x="8430775" y="-125"/>
              <a:ext cx="0" cy="2191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itle only 1">
  <p:cSld name="CUSTOM_2_1_1">
    <p:spTree>
      <p:nvGrpSpPr>
        <p:cNvPr id="1" name="Shape 695"/>
        <p:cNvGrpSpPr/>
        <p:nvPr/>
      </p:nvGrpSpPr>
      <p:grpSpPr>
        <a:xfrm>
          <a:off x="0" y="0"/>
          <a:ext cx="0" cy="0"/>
          <a:chOff x="0" y="0"/>
          <a:chExt cx="0" cy="0"/>
        </a:xfrm>
      </p:grpSpPr>
      <p:sp>
        <p:nvSpPr>
          <p:cNvPr id="696" name="Google Shape;696;p8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grpSp>
        <p:nvGrpSpPr>
          <p:cNvPr id="697" name="Google Shape;697;p86"/>
          <p:cNvGrpSpPr/>
          <p:nvPr/>
        </p:nvGrpSpPr>
        <p:grpSpPr>
          <a:xfrm flipH="1">
            <a:off x="0" y="4876025"/>
            <a:ext cx="9144000" cy="267600"/>
            <a:chOff x="0" y="4876025"/>
            <a:chExt cx="9144000" cy="267600"/>
          </a:xfrm>
        </p:grpSpPr>
        <p:sp>
          <p:nvSpPr>
            <p:cNvPr id="698" name="Google Shape;698;p86"/>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99" name="Google Shape;699;p86"/>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itle only 2">
  <p:cSld name="CUSTOM_2_1_1_2">
    <p:spTree>
      <p:nvGrpSpPr>
        <p:cNvPr id="1" name="Shape 700"/>
        <p:cNvGrpSpPr/>
        <p:nvPr/>
      </p:nvGrpSpPr>
      <p:grpSpPr>
        <a:xfrm>
          <a:off x="0" y="0"/>
          <a:ext cx="0" cy="0"/>
          <a:chOff x="0" y="0"/>
          <a:chExt cx="0" cy="0"/>
        </a:xfrm>
      </p:grpSpPr>
      <p:sp>
        <p:nvSpPr>
          <p:cNvPr id="701" name="Google Shape;701;p8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cxnSp>
        <p:nvCxnSpPr>
          <p:cNvPr id="702" name="Google Shape;702;p87"/>
          <p:cNvCxnSpPr/>
          <p:nvPr/>
        </p:nvCxnSpPr>
        <p:spPr>
          <a:xfrm>
            <a:off x="0" y="262400"/>
            <a:ext cx="22860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Title and text">
  <p:cSld name="CUSTOM_2_1_1_1">
    <p:spTree>
      <p:nvGrpSpPr>
        <p:cNvPr id="1" name="Shape 703"/>
        <p:cNvGrpSpPr/>
        <p:nvPr/>
      </p:nvGrpSpPr>
      <p:grpSpPr>
        <a:xfrm>
          <a:off x="0" y="0"/>
          <a:ext cx="0" cy="0"/>
          <a:chOff x="0" y="0"/>
          <a:chExt cx="0" cy="0"/>
        </a:xfrm>
      </p:grpSpPr>
      <p:grpSp>
        <p:nvGrpSpPr>
          <p:cNvPr id="704" name="Google Shape;704;p88"/>
          <p:cNvGrpSpPr/>
          <p:nvPr/>
        </p:nvGrpSpPr>
        <p:grpSpPr>
          <a:xfrm>
            <a:off x="0" y="0"/>
            <a:ext cx="9144075" cy="5143500"/>
            <a:chOff x="0" y="0"/>
            <a:chExt cx="9144075" cy="5143500"/>
          </a:xfrm>
        </p:grpSpPr>
        <p:sp>
          <p:nvSpPr>
            <p:cNvPr id="705" name="Google Shape;705;p88"/>
            <p:cNvSpPr/>
            <p:nvPr/>
          </p:nvSpPr>
          <p:spPr>
            <a:xfrm>
              <a:off x="4185975" y="4426700"/>
              <a:ext cx="4958100" cy="711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88"/>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07" name="Google Shape;707;p88"/>
          <p:cNvSpPr txBox="1">
            <a:spLocks noGrp="1"/>
          </p:cNvSpPr>
          <p:nvPr>
            <p:ph type="title"/>
          </p:nvPr>
        </p:nvSpPr>
        <p:spPr>
          <a:xfrm>
            <a:off x="4035075" y="1441250"/>
            <a:ext cx="3428100" cy="1185300"/>
          </a:xfrm>
          <a:prstGeom prst="rect">
            <a:avLst/>
          </a:prstGeom>
        </p:spPr>
        <p:txBody>
          <a:bodyPr spcFirstLastPara="1" wrap="square" lIns="91425" tIns="91425" rIns="91425" bIns="91425" anchor="t" anchorCtr="0">
            <a:noAutofit/>
          </a:bodyPr>
          <a:lstStyle>
            <a:lvl1pPr lvl="0" algn="r">
              <a:spcBef>
                <a:spcPts val="0"/>
              </a:spcBef>
              <a:spcAft>
                <a:spcPts val="0"/>
              </a:spcAft>
              <a:buSzPts val="9200"/>
              <a:buNone/>
              <a:defRPr sz="6500"/>
            </a:lvl1pPr>
            <a:lvl2pPr lvl="1">
              <a:spcBef>
                <a:spcPts val="0"/>
              </a:spcBef>
              <a:spcAft>
                <a:spcPts val="0"/>
              </a:spcAft>
              <a:buSzPts val="9200"/>
              <a:buNone/>
              <a:defRPr sz="9200"/>
            </a:lvl2pPr>
            <a:lvl3pPr lvl="2">
              <a:spcBef>
                <a:spcPts val="0"/>
              </a:spcBef>
              <a:spcAft>
                <a:spcPts val="0"/>
              </a:spcAft>
              <a:buSzPts val="9200"/>
              <a:buNone/>
              <a:defRPr sz="9200"/>
            </a:lvl3pPr>
            <a:lvl4pPr lvl="3">
              <a:spcBef>
                <a:spcPts val="0"/>
              </a:spcBef>
              <a:spcAft>
                <a:spcPts val="0"/>
              </a:spcAft>
              <a:buSzPts val="9200"/>
              <a:buNone/>
              <a:defRPr sz="9200"/>
            </a:lvl4pPr>
            <a:lvl5pPr lvl="4">
              <a:spcBef>
                <a:spcPts val="0"/>
              </a:spcBef>
              <a:spcAft>
                <a:spcPts val="0"/>
              </a:spcAft>
              <a:buSzPts val="9200"/>
              <a:buNone/>
              <a:defRPr sz="9200"/>
            </a:lvl5pPr>
            <a:lvl6pPr lvl="5">
              <a:spcBef>
                <a:spcPts val="0"/>
              </a:spcBef>
              <a:spcAft>
                <a:spcPts val="0"/>
              </a:spcAft>
              <a:buSzPts val="9200"/>
              <a:buNone/>
              <a:defRPr sz="9200"/>
            </a:lvl6pPr>
            <a:lvl7pPr lvl="6">
              <a:spcBef>
                <a:spcPts val="0"/>
              </a:spcBef>
              <a:spcAft>
                <a:spcPts val="0"/>
              </a:spcAft>
              <a:buSzPts val="9200"/>
              <a:buNone/>
              <a:defRPr sz="9200"/>
            </a:lvl7pPr>
            <a:lvl8pPr lvl="7">
              <a:spcBef>
                <a:spcPts val="0"/>
              </a:spcBef>
              <a:spcAft>
                <a:spcPts val="0"/>
              </a:spcAft>
              <a:buSzPts val="9200"/>
              <a:buNone/>
              <a:defRPr sz="9200"/>
            </a:lvl8pPr>
            <a:lvl9pPr lvl="8">
              <a:spcBef>
                <a:spcPts val="0"/>
              </a:spcBef>
              <a:spcAft>
                <a:spcPts val="0"/>
              </a:spcAft>
              <a:buSzPts val="9200"/>
              <a:buNone/>
              <a:defRPr sz="9200"/>
            </a:lvl9pPr>
          </a:lstStyle>
          <a:p>
            <a:endParaRPr/>
          </a:p>
        </p:txBody>
      </p:sp>
      <p:sp>
        <p:nvSpPr>
          <p:cNvPr id="708" name="Google Shape;708;p88"/>
          <p:cNvSpPr txBox="1">
            <a:spLocks noGrp="1"/>
          </p:cNvSpPr>
          <p:nvPr>
            <p:ph type="subTitle" idx="1"/>
          </p:nvPr>
        </p:nvSpPr>
        <p:spPr>
          <a:xfrm>
            <a:off x="4035075" y="2568000"/>
            <a:ext cx="3428100" cy="9720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850"/>
              <a:buNone/>
              <a:defRPr sz="1550"/>
            </a:lvl1pPr>
            <a:lvl2pPr lvl="1" algn="ctr">
              <a:lnSpc>
                <a:spcPct val="115000"/>
              </a:lnSpc>
              <a:spcBef>
                <a:spcPts val="0"/>
              </a:spcBef>
              <a:spcAft>
                <a:spcPts val="0"/>
              </a:spcAft>
              <a:buSzPts val="1850"/>
              <a:buNone/>
              <a:defRPr sz="1850"/>
            </a:lvl2pPr>
            <a:lvl3pPr lvl="2" algn="ctr">
              <a:lnSpc>
                <a:spcPct val="115000"/>
              </a:lnSpc>
              <a:spcBef>
                <a:spcPts val="0"/>
              </a:spcBef>
              <a:spcAft>
                <a:spcPts val="0"/>
              </a:spcAft>
              <a:buSzPts val="1850"/>
              <a:buNone/>
              <a:defRPr sz="1850"/>
            </a:lvl3pPr>
            <a:lvl4pPr lvl="3" algn="ctr">
              <a:lnSpc>
                <a:spcPct val="115000"/>
              </a:lnSpc>
              <a:spcBef>
                <a:spcPts val="0"/>
              </a:spcBef>
              <a:spcAft>
                <a:spcPts val="0"/>
              </a:spcAft>
              <a:buSzPts val="1850"/>
              <a:buNone/>
              <a:defRPr sz="1850"/>
            </a:lvl4pPr>
            <a:lvl5pPr lvl="4" algn="ctr">
              <a:lnSpc>
                <a:spcPct val="115000"/>
              </a:lnSpc>
              <a:spcBef>
                <a:spcPts val="0"/>
              </a:spcBef>
              <a:spcAft>
                <a:spcPts val="0"/>
              </a:spcAft>
              <a:buSzPts val="1850"/>
              <a:buNone/>
              <a:defRPr sz="1850"/>
            </a:lvl5pPr>
            <a:lvl6pPr lvl="5" algn="ctr">
              <a:lnSpc>
                <a:spcPct val="115000"/>
              </a:lnSpc>
              <a:spcBef>
                <a:spcPts val="0"/>
              </a:spcBef>
              <a:spcAft>
                <a:spcPts val="0"/>
              </a:spcAft>
              <a:buSzPts val="1850"/>
              <a:buNone/>
              <a:defRPr sz="1850"/>
            </a:lvl6pPr>
            <a:lvl7pPr lvl="6" algn="ctr">
              <a:lnSpc>
                <a:spcPct val="115000"/>
              </a:lnSpc>
              <a:spcBef>
                <a:spcPts val="0"/>
              </a:spcBef>
              <a:spcAft>
                <a:spcPts val="0"/>
              </a:spcAft>
              <a:buSzPts val="1850"/>
              <a:buNone/>
              <a:defRPr sz="1850"/>
            </a:lvl7pPr>
            <a:lvl8pPr lvl="7" algn="ctr">
              <a:lnSpc>
                <a:spcPct val="115000"/>
              </a:lnSpc>
              <a:spcBef>
                <a:spcPts val="0"/>
              </a:spcBef>
              <a:spcAft>
                <a:spcPts val="0"/>
              </a:spcAft>
              <a:buSzPts val="1850"/>
              <a:buNone/>
              <a:defRPr sz="1850"/>
            </a:lvl8pPr>
            <a:lvl9pPr lvl="8" algn="ctr">
              <a:lnSpc>
                <a:spcPct val="115000"/>
              </a:lnSpc>
              <a:spcBef>
                <a:spcPts val="0"/>
              </a:spcBef>
              <a:spcAft>
                <a:spcPts val="0"/>
              </a:spcAft>
              <a:buSzPts val="1850"/>
              <a:buNone/>
              <a:defRPr sz="1850"/>
            </a:lvl9pPr>
          </a:lstStyle>
          <a:p>
            <a:endParaRPr/>
          </a:p>
        </p:txBody>
      </p:sp>
      <p:grpSp>
        <p:nvGrpSpPr>
          <p:cNvPr id="709" name="Google Shape;709;p88"/>
          <p:cNvGrpSpPr/>
          <p:nvPr/>
        </p:nvGrpSpPr>
        <p:grpSpPr>
          <a:xfrm>
            <a:off x="150" y="539500"/>
            <a:ext cx="8430625" cy="4604000"/>
            <a:chOff x="150" y="539500"/>
            <a:chExt cx="8430625" cy="4604000"/>
          </a:xfrm>
        </p:grpSpPr>
        <p:cxnSp>
          <p:nvCxnSpPr>
            <p:cNvPr id="710" name="Google Shape;710;p88"/>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711" name="Google Shape;711;p88"/>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text 1">
  <p:cSld name="CUSTOM_11">
    <p:spTree>
      <p:nvGrpSpPr>
        <p:cNvPr id="1" name="Shape 712"/>
        <p:cNvGrpSpPr/>
        <p:nvPr/>
      </p:nvGrpSpPr>
      <p:grpSpPr>
        <a:xfrm>
          <a:off x="0" y="0"/>
          <a:ext cx="0" cy="0"/>
          <a:chOff x="0" y="0"/>
          <a:chExt cx="0" cy="0"/>
        </a:xfrm>
      </p:grpSpPr>
      <p:sp>
        <p:nvSpPr>
          <p:cNvPr id="713" name="Google Shape;713;p89"/>
          <p:cNvSpPr txBox="1">
            <a:spLocks noGrp="1"/>
          </p:cNvSpPr>
          <p:nvPr>
            <p:ph type="body" idx="1"/>
          </p:nvPr>
        </p:nvSpPr>
        <p:spPr>
          <a:xfrm>
            <a:off x="1691100" y="1759300"/>
            <a:ext cx="5761800" cy="2092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Clr>
                <a:schemeClr val="dk2"/>
              </a:buClr>
              <a:buSzPts val="1400"/>
              <a:buFont typeface="Red Hat Display"/>
              <a:buChar char="■"/>
              <a:defRPr/>
            </a:lvl1pPr>
            <a:lvl2pPr marL="914400" lvl="1" indent="-317500">
              <a:spcBef>
                <a:spcPts val="1600"/>
              </a:spcBef>
              <a:spcAft>
                <a:spcPts val="0"/>
              </a:spcAft>
              <a:buClr>
                <a:srgbClr val="FFFFFF"/>
              </a:buClr>
              <a:buSzPts val="1400"/>
              <a:buFont typeface="Red Hat Display"/>
              <a:buChar char="○"/>
              <a:defRPr/>
            </a:lvl2pPr>
            <a:lvl3pPr marL="1371600" lvl="2" indent="-317500">
              <a:spcBef>
                <a:spcPts val="1600"/>
              </a:spcBef>
              <a:spcAft>
                <a:spcPts val="0"/>
              </a:spcAft>
              <a:buClr>
                <a:srgbClr val="FFFFFF"/>
              </a:buClr>
              <a:buSzPts val="1400"/>
              <a:buFont typeface="Red Hat Display"/>
              <a:buChar char="■"/>
              <a:defRPr/>
            </a:lvl3pPr>
            <a:lvl4pPr marL="1828800" lvl="3" indent="-317500">
              <a:spcBef>
                <a:spcPts val="1600"/>
              </a:spcBef>
              <a:spcAft>
                <a:spcPts val="0"/>
              </a:spcAft>
              <a:buClr>
                <a:srgbClr val="FFFFFF"/>
              </a:buClr>
              <a:buSzPts val="1400"/>
              <a:buFont typeface="Red Hat Display"/>
              <a:buChar char="●"/>
              <a:defRPr/>
            </a:lvl4pPr>
            <a:lvl5pPr marL="2286000" lvl="4" indent="-317500">
              <a:spcBef>
                <a:spcPts val="1600"/>
              </a:spcBef>
              <a:spcAft>
                <a:spcPts val="0"/>
              </a:spcAft>
              <a:buClr>
                <a:srgbClr val="FFFFFF"/>
              </a:buClr>
              <a:buSzPts val="1400"/>
              <a:buFont typeface="Red Hat Display"/>
              <a:buChar char="○"/>
              <a:defRPr/>
            </a:lvl5pPr>
            <a:lvl6pPr marL="2743200" lvl="5" indent="-317500">
              <a:spcBef>
                <a:spcPts val="1600"/>
              </a:spcBef>
              <a:spcAft>
                <a:spcPts val="0"/>
              </a:spcAft>
              <a:buClr>
                <a:srgbClr val="FFFFFF"/>
              </a:buClr>
              <a:buSzPts val="1400"/>
              <a:buFont typeface="Red Hat Display"/>
              <a:buChar char="■"/>
              <a:defRPr/>
            </a:lvl6pPr>
            <a:lvl7pPr marL="3200400" lvl="6" indent="-317500">
              <a:spcBef>
                <a:spcPts val="1600"/>
              </a:spcBef>
              <a:spcAft>
                <a:spcPts val="0"/>
              </a:spcAft>
              <a:buClr>
                <a:srgbClr val="FFFFFF"/>
              </a:buClr>
              <a:buSzPts val="1400"/>
              <a:buFont typeface="Red Hat Display"/>
              <a:buChar char="●"/>
              <a:defRPr/>
            </a:lvl7pPr>
            <a:lvl8pPr marL="3657600" lvl="7" indent="-317500">
              <a:spcBef>
                <a:spcPts val="1600"/>
              </a:spcBef>
              <a:spcAft>
                <a:spcPts val="0"/>
              </a:spcAft>
              <a:buClr>
                <a:srgbClr val="FFFFFF"/>
              </a:buClr>
              <a:buSzPts val="1400"/>
              <a:buFont typeface="Red Hat Display"/>
              <a:buChar char="○"/>
              <a:defRPr/>
            </a:lvl8pPr>
            <a:lvl9pPr marL="4114800" lvl="8" indent="-317500">
              <a:spcBef>
                <a:spcPts val="1600"/>
              </a:spcBef>
              <a:spcAft>
                <a:spcPts val="1600"/>
              </a:spcAft>
              <a:buClr>
                <a:srgbClr val="FFFFFF"/>
              </a:buClr>
              <a:buSzPts val="1400"/>
              <a:buFont typeface="Red Hat Display"/>
              <a:buChar char="■"/>
              <a:defRPr/>
            </a:lvl9pPr>
          </a:lstStyle>
          <a:p>
            <a:endParaRPr/>
          </a:p>
        </p:txBody>
      </p:sp>
      <p:sp>
        <p:nvSpPr>
          <p:cNvPr id="714" name="Google Shape;714;p8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15" name="Google Shape;715;p89"/>
          <p:cNvSpPr/>
          <p:nvPr/>
        </p:nvSpPr>
        <p:spPr>
          <a:xfrm flipH="1">
            <a:off x="0" y="4875900"/>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16" name="Google Shape;716;p89"/>
          <p:cNvGrpSpPr/>
          <p:nvPr/>
        </p:nvGrpSpPr>
        <p:grpSpPr>
          <a:xfrm>
            <a:off x="276825" y="267475"/>
            <a:ext cx="8860200" cy="4876025"/>
            <a:chOff x="276825" y="267475"/>
            <a:chExt cx="8860200" cy="4876025"/>
          </a:xfrm>
        </p:grpSpPr>
        <p:cxnSp>
          <p:nvCxnSpPr>
            <p:cNvPr id="717" name="Google Shape;717;p89"/>
            <p:cNvCxnSpPr/>
            <p:nvPr/>
          </p:nvCxnSpPr>
          <p:spPr>
            <a:xfrm rot="10800000">
              <a:off x="276825" y="2571900"/>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718" name="Google Shape;718;p89"/>
            <p:cNvCxnSpPr/>
            <p:nvPr/>
          </p:nvCxnSpPr>
          <p:spPr>
            <a:xfrm>
              <a:off x="4565025" y="267475"/>
              <a:ext cx="4572000" cy="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itle and text 2">
  <p:cSld name="CUSTOM_2_1_1_1_1_1">
    <p:spTree>
      <p:nvGrpSpPr>
        <p:cNvPr id="1" name="Shape 719"/>
        <p:cNvGrpSpPr/>
        <p:nvPr/>
      </p:nvGrpSpPr>
      <p:grpSpPr>
        <a:xfrm>
          <a:off x="0" y="0"/>
          <a:ext cx="0" cy="0"/>
          <a:chOff x="0" y="0"/>
          <a:chExt cx="0" cy="0"/>
        </a:xfrm>
      </p:grpSpPr>
      <p:sp>
        <p:nvSpPr>
          <p:cNvPr id="720" name="Google Shape;720;p90"/>
          <p:cNvSpPr txBox="1">
            <a:spLocks noGrp="1"/>
          </p:cNvSpPr>
          <p:nvPr>
            <p:ph type="title"/>
          </p:nvPr>
        </p:nvSpPr>
        <p:spPr>
          <a:xfrm>
            <a:off x="948325" y="1409875"/>
            <a:ext cx="4863300" cy="6618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21" name="Google Shape;721;p90"/>
          <p:cNvSpPr txBox="1">
            <a:spLocks noGrp="1"/>
          </p:cNvSpPr>
          <p:nvPr>
            <p:ph type="subTitle" idx="1"/>
          </p:nvPr>
        </p:nvSpPr>
        <p:spPr>
          <a:xfrm>
            <a:off x="948325" y="2172700"/>
            <a:ext cx="4863300" cy="1519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dk2"/>
              </a:buClr>
              <a:buSzPts val="1400"/>
              <a:buChar char="■"/>
              <a:defRPr/>
            </a:lvl1pPr>
            <a:lvl2pPr lvl="1" algn="ctr">
              <a:lnSpc>
                <a:spcPct val="115000"/>
              </a:lnSpc>
              <a:spcBef>
                <a:spcPts val="0"/>
              </a:spcBef>
              <a:spcAft>
                <a:spcPts val="0"/>
              </a:spcAft>
              <a:buSzPts val="1400"/>
              <a:buChar char="○"/>
              <a:defRPr/>
            </a:lvl2pPr>
            <a:lvl3pPr lvl="2" algn="ctr">
              <a:lnSpc>
                <a:spcPct val="115000"/>
              </a:lnSpc>
              <a:spcBef>
                <a:spcPts val="0"/>
              </a:spcBef>
              <a:spcAft>
                <a:spcPts val="0"/>
              </a:spcAft>
              <a:buSzPts val="1400"/>
              <a:buChar char="■"/>
              <a:defRPr/>
            </a:lvl3pPr>
            <a:lvl4pPr lvl="3" algn="ctr">
              <a:lnSpc>
                <a:spcPct val="115000"/>
              </a:lnSpc>
              <a:spcBef>
                <a:spcPts val="0"/>
              </a:spcBef>
              <a:spcAft>
                <a:spcPts val="0"/>
              </a:spcAft>
              <a:buSzPts val="1400"/>
              <a:buChar char="●"/>
              <a:defRPr/>
            </a:lvl4pPr>
            <a:lvl5pPr lvl="4" algn="ctr">
              <a:lnSpc>
                <a:spcPct val="115000"/>
              </a:lnSpc>
              <a:spcBef>
                <a:spcPts val="0"/>
              </a:spcBef>
              <a:spcAft>
                <a:spcPts val="0"/>
              </a:spcAft>
              <a:buSzPts val="1400"/>
              <a:buChar char="○"/>
              <a:defRPr/>
            </a:lvl5pPr>
            <a:lvl6pPr lvl="5" algn="ctr">
              <a:lnSpc>
                <a:spcPct val="115000"/>
              </a:lnSpc>
              <a:spcBef>
                <a:spcPts val="0"/>
              </a:spcBef>
              <a:spcAft>
                <a:spcPts val="0"/>
              </a:spcAft>
              <a:buSzPts val="1400"/>
              <a:buChar char="■"/>
              <a:defRPr/>
            </a:lvl6pPr>
            <a:lvl7pPr lvl="6" algn="ctr">
              <a:lnSpc>
                <a:spcPct val="115000"/>
              </a:lnSpc>
              <a:spcBef>
                <a:spcPts val="0"/>
              </a:spcBef>
              <a:spcAft>
                <a:spcPts val="0"/>
              </a:spcAft>
              <a:buSzPts val="1400"/>
              <a:buChar char="●"/>
              <a:defRPr/>
            </a:lvl7pPr>
            <a:lvl8pPr lvl="7" algn="ctr">
              <a:lnSpc>
                <a:spcPct val="115000"/>
              </a:lnSpc>
              <a:spcBef>
                <a:spcPts val="0"/>
              </a:spcBef>
              <a:spcAft>
                <a:spcPts val="0"/>
              </a:spcAft>
              <a:buSzPts val="1400"/>
              <a:buChar char="○"/>
              <a:defRPr/>
            </a:lvl8pPr>
            <a:lvl9pPr lvl="8" algn="ctr">
              <a:lnSpc>
                <a:spcPct val="115000"/>
              </a:lnSpc>
              <a:spcBef>
                <a:spcPts val="0"/>
              </a:spcBef>
              <a:spcAft>
                <a:spcPts val="0"/>
              </a:spcAft>
              <a:buSzPts val="1400"/>
              <a:buChar char="■"/>
              <a:defRPr/>
            </a:lvl9pPr>
          </a:lstStyle>
          <a:p>
            <a:endParaRPr/>
          </a:p>
        </p:txBody>
      </p:sp>
      <p:sp>
        <p:nvSpPr>
          <p:cNvPr id="722" name="Google Shape;722;p90"/>
          <p:cNvSpPr/>
          <p:nvPr/>
        </p:nvSpPr>
        <p:spPr>
          <a:xfrm rot="10800000" flipH="1">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3" name="Google Shape;723;p90"/>
          <p:cNvGrpSpPr/>
          <p:nvPr/>
        </p:nvGrpSpPr>
        <p:grpSpPr>
          <a:xfrm rot="10800000" flipH="1">
            <a:off x="-55375" y="0"/>
            <a:ext cx="9199250" cy="4604000"/>
            <a:chOff x="-55375" y="539500"/>
            <a:chExt cx="9199250" cy="4604000"/>
          </a:xfrm>
        </p:grpSpPr>
        <p:cxnSp>
          <p:nvCxnSpPr>
            <p:cNvPr id="724" name="Google Shape;724;p90"/>
            <p:cNvCxnSpPr/>
            <p:nvPr/>
          </p:nvCxnSpPr>
          <p:spPr>
            <a:xfrm>
              <a:off x="-55375" y="4608575"/>
              <a:ext cx="4571700" cy="0"/>
            </a:xfrm>
            <a:prstGeom prst="straightConnector1">
              <a:avLst/>
            </a:prstGeom>
            <a:noFill/>
            <a:ln w="9525" cap="flat" cmpd="sng">
              <a:solidFill>
                <a:schemeClr val="dk1"/>
              </a:solidFill>
              <a:prstDash val="solid"/>
              <a:round/>
              <a:headEnd type="none" w="med" len="med"/>
              <a:tailEnd type="none" w="med" len="med"/>
            </a:ln>
          </p:spPr>
        </p:cxnSp>
        <p:cxnSp>
          <p:nvCxnSpPr>
            <p:cNvPr id="725" name="Google Shape;725;p90"/>
            <p:cNvCxnSpPr/>
            <p:nvPr/>
          </p:nvCxnSpPr>
          <p:spPr>
            <a:xfrm>
              <a:off x="4585075" y="539500"/>
              <a:ext cx="4558800" cy="0"/>
            </a:xfrm>
            <a:prstGeom prst="straightConnector1">
              <a:avLst/>
            </a:prstGeom>
            <a:noFill/>
            <a:ln w="9525" cap="flat" cmpd="sng">
              <a:solidFill>
                <a:schemeClr val="dk1"/>
              </a:solidFill>
              <a:prstDash val="solid"/>
              <a:round/>
              <a:headEnd type="none" w="med" len="med"/>
              <a:tailEnd type="none" w="med" len="med"/>
            </a:ln>
          </p:spPr>
        </p:cxnSp>
        <p:cxnSp>
          <p:nvCxnSpPr>
            <p:cNvPr id="726" name="Google Shape;726;p90"/>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itle and text 3">
  <p:cSld name="CUSTOM_2_1_1_1_1_1_1">
    <p:spTree>
      <p:nvGrpSpPr>
        <p:cNvPr id="1" name="Shape 727"/>
        <p:cNvGrpSpPr/>
        <p:nvPr/>
      </p:nvGrpSpPr>
      <p:grpSpPr>
        <a:xfrm>
          <a:off x="0" y="0"/>
          <a:ext cx="0" cy="0"/>
          <a:chOff x="0" y="0"/>
          <a:chExt cx="0" cy="0"/>
        </a:xfrm>
      </p:grpSpPr>
      <p:sp>
        <p:nvSpPr>
          <p:cNvPr id="728" name="Google Shape;728;p91"/>
          <p:cNvSpPr txBox="1">
            <a:spLocks noGrp="1"/>
          </p:cNvSpPr>
          <p:nvPr>
            <p:ph type="title"/>
          </p:nvPr>
        </p:nvSpPr>
        <p:spPr>
          <a:xfrm>
            <a:off x="1262175" y="1405950"/>
            <a:ext cx="2630100" cy="1139100"/>
          </a:xfrm>
          <a:prstGeom prst="rect">
            <a:avLst/>
          </a:prstGeom>
        </p:spPr>
        <p:txBody>
          <a:bodyPr spcFirstLastPara="1" wrap="square" lIns="91425" tIns="91425" rIns="91425" bIns="91425" anchor="t" anchorCtr="0">
            <a:noAutofit/>
          </a:bodyPr>
          <a:lstStyle>
            <a:lvl1pPr lvl="0" algn="l">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29" name="Google Shape;729;p91"/>
          <p:cNvSpPr txBox="1">
            <a:spLocks noGrp="1"/>
          </p:cNvSpPr>
          <p:nvPr>
            <p:ph type="subTitle" idx="1"/>
          </p:nvPr>
        </p:nvSpPr>
        <p:spPr>
          <a:xfrm>
            <a:off x="1262175" y="2545038"/>
            <a:ext cx="2630100" cy="11436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30" name="Google Shape;730;p91"/>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1" name="Google Shape;731;p91"/>
          <p:cNvGrpSpPr/>
          <p:nvPr/>
        </p:nvGrpSpPr>
        <p:grpSpPr>
          <a:xfrm rot="10800000">
            <a:off x="0" y="363100"/>
            <a:ext cx="8860200" cy="4780400"/>
            <a:chOff x="283800" y="0"/>
            <a:chExt cx="8860200" cy="4780400"/>
          </a:xfrm>
        </p:grpSpPr>
        <p:cxnSp>
          <p:nvCxnSpPr>
            <p:cNvPr id="732" name="Google Shape;732;p91"/>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733" name="Google Shape;733;p91"/>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Title and text 4">
  <p:cSld name="CUSTOM_2_1_1_1_1_1_1_1">
    <p:spTree>
      <p:nvGrpSpPr>
        <p:cNvPr id="1" name="Shape 734"/>
        <p:cNvGrpSpPr/>
        <p:nvPr/>
      </p:nvGrpSpPr>
      <p:grpSpPr>
        <a:xfrm>
          <a:off x="0" y="0"/>
          <a:ext cx="0" cy="0"/>
          <a:chOff x="0" y="0"/>
          <a:chExt cx="0" cy="0"/>
        </a:xfrm>
      </p:grpSpPr>
      <p:sp>
        <p:nvSpPr>
          <p:cNvPr id="735" name="Google Shape;735;p92"/>
          <p:cNvSpPr txBox="1">
            <a:spLocks noGrp="1"/>
          </p:cNvSpPr>
          <p:nvPr>
            <p:ph type="title"/>
          </p:nvPr>
        </p:nvSpPr>
        <p:spPr>
          <a:xfrm>
            <a:off x="4746788" y="1405950"/>
            <a:ext cx="2630100" cy="1139100"/>
          </a:xfrm>
          <a:prstGeom prst="rect">
            <a:avLst/>
          </a:prstGeom>
        </p:spPr>
        <p:txBody>
          <a:bodyPr spcFirstLastPara="1" wrap="square" lIns="91425" tIns="91425" rIns="91425" bIns="91425" anchor="t" anchorCtr="0">
            <a:noAutofit/>
          </a:bodyPr>
          <a:lstStyle>
            <a:lvl1pPr lvl="0" algn="r">
              <a:spcBef>
                <a:spcPts val="0"/>
              </a:spcBef>
              <a:spcAft>
                <a:spcPts val="0"/>
              </a:spcAft>
              <a:buSzPts val="3100"/>
              <a:buNone/>
              <a:defRPr/>
            </a:lvl1pPr>
            <a:lvl2pPr lvl="1" algn="r">
              <a:spcBef>
                <a:spcPts val="0"/>
              </a:spcBef>
              <a:spcAft>
                <a:spcPts val="0"/>
              </a:spcAft>
              <a:buSzPts val="3100"/>
              <a:buNone/>
              <a:defRPr/>
            </a:lvl2pPr>
            <a:lvl3pPr lvl="2" algn="r">
              <a:spcBef>
                <a:spcPts val="0"/>
              </a:spcBef>
              <a:spcAft>
                <a:spcPts val="0"/>
              </a:spcAft>
              <a:buSzPts val="3100"/>
              <a:buNone/>
              <a:defRPr/>
            </a:lvl3pPr>
            <a:lvl4pPr lvl="3" algn="r">
              <a:spcBef>
                <a:spcPts val="0"/>
              </a:spcBef>
              <a:spcAft>
                <a:spcPts val="0"/>
              </a:spcAft>
              <a:buSzPts val="3100"/>
              <a:buNone/>
              <a:defRPr/>
            </a:lvl4pPr>
            <a:lvl5pPr lvl="4" algn="r">
              <a:spcBef>
                <a:spcPts val="0"/>
              </a:spcBef>
              <a:spcAft>
                <a:spcPts val="0"/>
              </a:spcAft>
              <a:buSzPts val="3100"/>
              <a:buNone/>
              <a:defRPr/>
            </a:lvl5pPr>
            <a:lvl6pPr lvl="5" algn="r">
              <a:spcBef>
                <a:spcPts val="0"/>
              </a:spcBef>
              <a:spcAft>
                <a:spcPts val="0"/>
              </a:spcAft>
              <a:buSzPts val="3100"/>
              <a:buNone/>
              <a:defRPr/>
            </a:lvl6pPr>
            <a:lvl7pPr lvl="6" algn="r">
              <a:spcBef>
                <a:spcPts val="0"/>
              </a:spcBef>
              <a:spcAft>
                <a:spcPts val="0"/>
              </a:spcAft>
              <a:buSzPts val="3100"/>
              <a:buNone/>
              <a:defRPr/>
            </a:lvl7pPr>
            <a:lvl8pPr lvl="7" algn="r">
              <a:spcBef>
                <a:spcPts val="0"/>
              </a:spcBef>
              <a:spcAft>
                <a:spcPts val="0"/>
              </a:spcAft>
              <a:buSzPts val="3100"/>
              <a:buNone/>
              <a:defRPr/>
            </a:lvl8pPr>
            <a:lvl9pPr lvl="8" algn="r">
              <a:spcBef>
                <a:spcPts val="0"/>
              </a:spcBef>
              <a:spcAft>
                <a:spcPts val="0"/>
              </a:spcAft>
              <a:buSzPts val="3100"/>
              <a:buNone/>
              <a:defRPr/>
            </a:lvl9pPr>
          </a:lstStyle>
          <a:p>
            <a:endParaRPr/>
          </a:p>
        </p:txBody>
      </p:sp>
      <p:sp>
        <p:nvSpPr>
          <p:cNvPr id="736" name="Google Shape;736;p92"/>
          <p:cNvSpPr txBox="1">
            <a:spLocks noGrp="1"/>
          </p:cNvSpPr>
          <p:nvPr>
            <p:ph type="subTitle" idx="1"/>
          </p:nvPr>
        </p:nvSpPr>
        <p:spPr>
          <a:xfrm>
            <a:off x="4746788" y="2545038"/>
            <a:ext cx="2630100" cy="1143600"/>
          </a:xfrm>
          <a:prstGeom prst="rect">
            <a:avLst/>
          </a:prstGeom>
        </p:spPr>
        <p:txBody>
          <a:bodyPr spcFirstLastPara="1" wrap="square" lIns="91425" tIns="91425" rIns="91425" bIns="91425" anchor="t" anchorCtr="0">
            <a:noAutofit/>
          </a:bodyPr>
          <a:lstStyle>
            <a:lvl1pPr lvl="0" algn="r">
              <a:lnSpc>
                <a:spcPct val="115000"/>
              </a:lnSpc>
              <a:spcBef>
                <a:spcPts val="0"/>
              </a:spcBef>
              <a:spcAft>
                <a:spcPts val="0"/>
              </a:spcAft>
              <a:buSzPts val="1400"/>
              <a:buNone/>
              <a:defRPr/>
            </a:lvl1pPr>
            <a:lvl2pPr lvl="1" algn="r">
              <a:lnSpc>
                <a:spcPct val="115000"/>
              </a:lnSpc>
              <a:spcBef>
                <a:spcPts val="0"/>
              </a:spcBef>
              <a:spcAft>
                <a:spcPts val="0"/>
              </a:spcAft>
              <a:buSzPts val="1400"/>
              <a:buNone/>
              <a:defRPr/>
            </a:lvl2pPr>
            <a:lvl3pPr lvl="2" algn="r">
              <a:lnSpc>
                <a:spcPct val="115000"/>
              </a:lnSpc>
              <a:spcBef>
                <a:spcPts val="0"/>
              </a:spcBef>
              <a:spcAft>
                <a:spcPts val="0"/>
              </a:spcAft>
              <a:buSzPts val="1400"/>
              <a:buNone/>
              <a:defRPr/>
            </a:lvl3pPr>
            <a:lvl4pPr lvl="3" algn="r">
              <a:lnSpc>
                <a:spcPct val="115000"/>
              </a:lnSpc>
              <a:spcBef>
                <a:spcPts val="0"/>
              </a:spcBef>
              <a:spcAft>
                <a:spcPts val="0"/>
              </a:spcAft>
              <a:buSzPts val="1400"/>
              <a:buNone/>
              <a:defRPr/>
            </a:lvl4pPr>
            <a:lvl5pPr lvl="4" algn="r">
              <a:lnSpc>
                <a:spcPct val="115000"/>
              </a:lnSpc>
              <a:spcBef>
                <a:spcPts val="0"/>
              </a:spcBef>
              <a:spcAft>
                <a:spcPts val="0"/>
              </a:spcAft>
              <a:buSzPts val="1400"/>
              <a:buNone/>
              <a:defRPr/>
            </a:lvl5pPr>
            <a:lvl6pPr lvl="5" algn="r">
              <a:lnSpc>
                <a:spcPct val="115000"/>
              </a:lnSpc>
              <a:spcBef>
                <a:spcPts val="0"/>
              </a:spcBef>
              <a:spcAft>
                <a:spcPts val="0"/>
              </a:spcAft>
              <a:buSzPts val="1400"/>
              <a:buNone/>
              <a:defRPr/>
            </a:lvl6pPr>
            <a:lvl7pPr lvl="6" algn="r">
              <a:lnSpc>
                <a:spcPct val="115000"/>
              </a:lnSpc>
              <a:spcBef>
                <a:spcPts val="0"/>
              </a:spcBef>
              <a:spcAft>
                <a:spcPts val="0"/>
              </a:spcAft>
              <a:buSzPts val="1400"/>
              <a:buNone/>
              <a:defRPr/>
            </a:lvl7pPr>
            <a:lvl8pPr lvl="7" algn="r">
              <a:lnSpc>
                <a:spcPct val="115000"/>
              </a:lnSpc>
              <a:spcBef>
                <a:spcPts val="0"/>
              </a:spcBef>
              <a:spcAft>
                <a:spcPts val="0"/>
              </a:spcAft>
              <a:buSzPts val="1400"/>
              <a:buNone/>
              <a:defRPr/>
            </a:lvl8pPr>
            <a:lvl9pPr lvl="8" algn="r">
              <a:lnSpc>
                <a:spcPct val="115000"/>
              </a:lnSpc>
              <a:spcBef>
                <a:spcPts val="0"/>
              </a:spcBef>
              <a:spcAft>
                <a:spcPts val="0"/>
              </a:spcAft>
              <a:buSzPts val="1400"/>
              <a:buNone/>
              <a:defRPr/>
            </a:lvl9pPr>
          </a:lstStyle>
          <a:p>
            <a:endParaRPr/>
          </a:p>
        </p:txBody>
      </p:sp>
      <p:grpSp>
        <p:nvGrpSpPr>
          <p:cNvPr id="737" name="Google Shape;737;p92"/>
          <p:cNvGrpSpPr/>
          <p:nvPr/>
        </p:nvGrpSpPr>
        <p:grpSpPr>
          <a:xfrm flipH="1">
            <a:off x="0" y="0"/>
            <a:ext cx="9144075" cy="5143500"/>
            <a:chOff x="0" y="0"/>
            <a:chExt cx="9144075" cy="5143500"/>
          </a:xfrm>
        </p:grpSpPr>
        <p:grpSp>
          <p:nvGrpSpPr>
            <p:cNvPr id="738" name="Google Shape;738;p92"/>
            <p:cNvGrpSpPr/>
            <p:nvPr/>
          </p:nvGrpSpPr>
          <p:grpSpPr>
            <a:xfrm>
              <a:off x="0" y="0"/>
              <a:ext cx="9144075" cy="5143500"/>
              <a:chOff x="0" y="0"/>
              <a:chExt cx="9144075" cy="5143500"/>
            </a:xfrm>
          </p:grpSpPr>
          <p:sp>
            <p:nvSpPr>
              <p:cNvPr id="739" name="Google Shape;739;p92"/>
              <p:cNvSpPr/>
              <p:nvPr/>
            </p:nvSpPr>
            <p:spPr>
              <a:xfrm>
                <a:off x="4185975" y="4608575"/>
                <a:ext cx="4958100" cy="529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92"/>
              <p:cNvSpPr/>
              <p:nvPr/>
            </p:nvSpPr>
            <p:spPr>
              <a:xfrm>
                <a:off x="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92"/>
            <p:cNvGrpSpPr/>
            <p:nvPr/>
          </p:nvGrpSpPr>
          <p:grpSpPr>
            <a:xfrm>
              <a:off x="150" y="539500"/>
              <a:ext cx="8430625" cy="4604000"/>
              <a:chOff x="150" y="539500"/>
              <a:chExt cx="8430625" cy="4604000"/>
            </a:xfrm>
          </p:grpSpPr>
          <p:cxnSp>
            <p:nvCxnSpPr>
              <p:cNvPr id="742" name="Google Shape;742;p92"/>
              <p:cNvCxnSpPr/>
              <p:nvPr/>
            </p:nvCxnSpPr>
            <p:spPr>
              <a:xfrm rot="10800000">
                <a:off x="8430775" y="805200"/>
                <a:ext cx="0" cy="4338300"/>
              </a:xfrm>
              <a:prstGeom prst="straightConnector1">
                <a:avLst/>
              </a:prstGeom>
              <a:noFill/>
              <a:ln w="9525" cap="flat" cmpd="sng">
                <a:solidFill>
                  <a:schemeClr val="dk1"/>
                </a:solidFill>
                <a:prstDash val="solid"/>
                <a:round/>
                <a:headEnd type="none" w="med" len="med"/>
                <a:tailEnd type="none" w="med" len="med"/>
              </a:ln>
            </p:spPr>
          </p:cxnSp>
          <p:cxnSp>
            <p:nvCxnSpPr>
              <p:cNvPr id="743" name="Google Shape;743;p92"/>
              <p:cNvCxnSpPr/>
              <p:nvPr/>
            </p:nvCxnSpPr>
            <p:spPr>
              <a:xfrm rot="10800000">
                <a:off x="150" y="539500"/>
                <a:ext cx="4336800" cy="0"/>
              </a:xfrm>
              <a:prstGeom prst="straightConnector1">
                <a:avLst/>
              </a:prstGeom>
              <a:noFill/>
              <a:ln w="9525" cap="flat" cmpd="sng">
                <a:solidFill>
                  <a:schemeClr val="dk1"/>
                </a:solidFill>
                <a:prstDash val="solid"/>
                <a:round/>
                <a:headEnd type="none" w="med" len="med"/>
                <a:tailEnd type="none" w="med" len="med"/>
              </a:ln>
            </p:spPr>
          </p:cxnSp>
        </p:grpSp>
      </p:gr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and two columns 1">
  <p:cSld name="CUSTOM_3">
    <p:spTree>
      <p:nvGrpSpPr>
        <p:cNvPr id="1" name="Shape 744"/>
        <p:cNvGrpSpPr/>
        <p:nvPr/>
      </p:nvGrpSpPr>
      <p:grpSpPr>
        <a:xfrm>
          <a:off x="0" y="0"/>
          <a:ext cx="0" cy="0"/>
          <a:chOff x="0" y="0"/>
          <a:chExt cx="0" cy="0"/>
        </a:xfrm>
      </p:grpSpPr>
      <p:sp>
        <p:nvSpPr>
          <p:cNvPr id="745" name="Google Shape;745;p93"/>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46" name="Google Shape;746;p93"/>
          <p:cNvSpPr txBox="1">
            <a:spLocks noGrp="1"/>
          </p:cNvSpPr>
          <p:nvPr>
            <p:ph type="body" idx="1"/>
          </p:nvPr>
        </p:nvSpPr>
        <p:spPr>
          <a:xfrm>
            <a:off x="713225" y="1682875"/>
            <a:ext cx="3780900" cy="2734800"/>
          </a:xfrm>
          <a:prstGeom prst="rect">
            <a:avLst/>
          </a:prstGeom>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Char char="■"/>
              <a:defRPr/>
            </a:lvl1pPr>
            <a:lvl2pPr marL="914400" lvl="1" indent="-317500">
              <a:lnSpc>
                <a:spcPct val="115000"/>
              </a:lnSpc>
              <a:spcBef>
                <a:spcPts val="0"/>
              </a:spcBef>
              <a:spcAft>
                <a:spcPts val="0"/>
              </a:spcAft>
              <a:buSzPts val="1400"/>
              <a:buFont typeface="Chivo"/>
              <a:buChar char="○"/>
              <a:defRPr/>
            </a:lvl2pPr>
            <a:lvl3pPr marL="1371600" lvl="2" indent="-317500">
              <a:lnSpc>
                <a:spcPct val="115000"/>
              </a:lnSpc>
              <a:spcBef>
                <a:spcPts val="1600"/>
              </a:spcBef>
              <a:spcAft>
                <a:spcPts val="0"/>
              </a:spcAft>
              <a:buSzPts val="1400"/>
              <a:buFont typeface="Chivo"/>
              <a:buChar char="■"/>
              <a:defRPr/>
            </a:lvl3pPr>
            <a:lvl4pPr marL="1828800" lvl="3" indent="-317500">
              <a:lnSpc>
                <a:spcPct val="115000"/>
              </a:lnSpc>
              <a:spcBef>
                <a:spcPts val="1600"/>
              </a:spcBef>
              <a:spcAft>
                <a:spcPts val="0"/>
              </a:spcAft>
              <a:buSzPts val="1400"/>
              <a:buFont typeface="Chivo"/>
              <a:buChar char="●"/>
              <a:defRPr/>
            </a:lvl4pPr>
            <a:lvl5pPr marL="2286000" lvl="4" indent="-317500">
              <a:lnSpc>
                <a:spcPct val="115000"/>
              </a:lnSpc>
              <a:spcBef>
                <a:spcPts val="1600"/>
              </a:spcBef>
              <a:spcAft>
                <a:spcPts val="0"/>
              </a:spcAft>
              <a:buSzPts val="1400"/>
              <a:buFont typeface="Chivo"/>
              <a:buChar char="○"/>
              <a:defRPr/>
            </a:lvl5pPr>
            <a:lvl6pPr marL="2743200" lvl="5" indent="-317500">
              <a:lnSpc>
                <a:spcPct val="115000"/>
              </a:lnSpc>
              <a:spcBef>
                <a:spcPts val="1600"/>
              </a:spcBef>
              <a:spcAft>
                <a:spcPts val="0"/>
              </a:spcAft>
              <a:buSzPts val="1400"/>
              <a:buFont typeface="Chivo"/>
              <a:buChar char="■"/>
              <a:defRPr/>
            </a:lvl6pPr>
            <a:lvl7pPr marL="3200400" lvl="6" indent="-317500">
              <a:lnSpc>
                <a:spcPct val="115000"/>
              </a:lnSpc>
              <a:spcBef>
                <a:spcPts val="1600"/>
              </a:spcBef>
              <a:spcAft>
                <a:spcPts val="0"/>
              </a:spcAft>
              <a:buSzPts val="1400"/>
              <a:buFont typeface="Chivo"/>
              <a:buChar char="●"/>
              <a:defRPr/>
            </a:lvl7pPr>
            <a:lvl8pPr marL="3657600" lvl="7" indent="-317500">
              <a:lnSpc>
                <a:spcPct val="115000"/>
              </a:lnSpc>
              <a:spcBef>
                <a:spcPts val="1600"/>
              </a:spcBef>
              <a:spcAft>
                <a:spcPts val="0"/>
              </a:spcAft>
              <a:buSzPts val="1400"/>
              <a:buFont typeface="Chivo"/>
              <a:buChar char="○"/>
              <a:defRPr/>
            </a:lvl8pPr>
            <a:lvl9pPr marL="4114800" lvl="8" indent="-317500">
              <a:lnSpc>
                <a:spcPct val="115000"/>
              </a:lnSpc>
              <a:spcBef>
                <a:spcPts val="1600"/>
              </a:spcBef>
              <a:spcAft>
                <a:spcPts val="1600"/>
              </a:spcAft>
              <a:buSzPts val="1400"/>
              <a:buFont typeface="Chivo"/>
              <a:buChar char="■"/>
              <a:defRPr/>
            </a:lvl9pPr>
          </a:lstStyle>
          <a:p>
            <a:endParaRPr/>
          </a:p>
        </p:txBody>
      </p:sp>
      <p:sp>
        <p:nvSpPr>
          <p:cNvPr id="747" name="Google Shape;747;p93"/>
          <p:cNvSpPr txBox="1">
            <a:spLocks noGrp="1"/>
          </p:cNvSpPr>
          <p:nvPr>
            <p:ph type="body" idx="2"/>
          </p:nvPr>
        </p:nvSpPr>
        <p:spPr>
          <a:xfrm>
            <a:off x="4651325" y="1682875"/>
            <a:ext cx="3780900" cy="2734800"/>
          </a:xfrm>
          <a:prstGeom prst="rect">
            <a:avLst/>
          </a:prstGeom>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Char char="■"/>
              <a:defRPr/>
            </a:lvl1pPr>
            <a:lvl2pPr marL="914400" lvl="1" indent="-317500">
              <a:lnSpc>
                <a:spcPct val="115000"/>
              </a:lnSpc>
              <a:spcBef>
                <a:spcPts val="0"/>
              </a:spcBef>
              <a:spcAft>
                <a:spcPts val="0"/>
              </a:spcAft>
              <a:buSzPts val="1400"/>
              <a:buFont typeface="Chivo"/>
              <a:buChar char="○"/>
              <a:defRPr/>
            </a:lvl2pPr>
            <a:lvl3pPr marL="1371600" lvl="2" indent="-317500">
              <a:lnSpc>
                <a:spcPct val="115000"/>
              </a:lnSpc>
              <a:spcBef>
                <a:spcPts val="1600"/>
              </a:spcBef>
              <a:spcAft>
                <a:spcPts val="0"/>
              </a:spcAft>
              <a:buSzPts val="1400"/>
              <a:buFont typeface="Chivo"/>
              <a:buChar char="■"/>
              <a:defRPr/>
            </a:lvl3pPr>
            <a:lvl4pPr marL="1828800" lvl="3" indent="-317500">
              <a:lnSpc>
                <a:spcPct val="115000"/>
              </a:lnSpc>
              <a:spcBef>
                <a:spcPts val="1600"/>
              </a:spcBef>
              <a:spcAft>
                <a:spcPts val="0"/>
              </a:spcAft>
              <a:buSzPts val="1400"/>
              <a:buFont typeface="Chivo"/>
              <a:buChar char="●"/>
              <a:defRPr/>
            </a:lvl4pPr>
            <a:lvl5pPr marL="2286000" lvl="4" indent="-317500">
              <a:lnSpc>
                <a:spcPct val="115000"/>
              </a:lnSpc>
              <a:spcBef>
                <a:spcPts val="1600"/>
              </a:spcBef>
              <a:spcAft>
                <a:spcPts val="0"/>
              </a:spcAft>
              <a:buSzPts val="1400"/>
              <a:buFont typeface="Chivo"/>
              <a:buChar char="○"/>
              <a:defRPr/>
            </a:lvl5pPr>
            <a:lvl6pPr marL="2743200" lvl="5" indent="-317500">
              <a:lnSpc>
                <a:spcPct val="115000"/>
              </a:lnSpc>
              <a:spcBef>
                <a:spcPts val="1600"/>
              </a:spcBef>
              <a:spcAft>
                <a:spcPts val="0"/>
              </a:spcAft>
              <a:buSzPts val="1400"/>
              <a:buFont typeface="Chivo"/>
              <a:buChar char="■"/>
              <a:defRPr/>
            </a:lvl6pPr>
            <a:lvl7pPr marL="3200400" lvl="6" indent="-317500">
              <a:lnSpc>
                <a:spcPct val="115000"/>
              </a:lnSpc>
              <a:spcBef>
                <a:spcPts val="1600"/>
              </a:spcBef>
              <a:spcAft>
                <a:spcPts val="0"/>
              </a:spcAft>
              <a:buSzPts val="1400"/>
              <a:buFont typeface="Chivo"/>
              <a:buChar char="●"/>
              <a:defRPr/>
            </a:lvl7pPr>
            <a:lvl8pPr marL="3657600" lvl="7" indent="-317500">
              <a:lnSpc>
                <a:spcPct val="115000"/>
              </a:lnSpc>
              <a:spcBef>
                <a:spcPts val="1600"/>
              </a:spcBef>
              <a:spcAft>
                <a:spcPts val="0"/>
              </a:spcAft>
              <a:buSzPts val="1400"/>
              <a:buFont typeface="Chivo"/>
              <a:buChar char="○"/>
              <a:defRPr/>
            </a:lvl8pPr>
            <a:lvl9pPr marL="4114800" lvl="8" indent="-317500">
              <a:lnSpc>
                <a:spcPct val="115000"/>
              </a:lnSpc>
              <a:spcBef>
                <a:spcPts val="1600"/>
              </a:spcBef>
              <a:spcAft>
                <a:spcPts val="1600"/>
              </a:spcAft>
              <a:buSzPts val="1400"/>
              <a:buFont typeface="Chivo"/>
              <a:buChar char="■"/>
              <a:defRPr/>
            </a:lvl9pPr>
          </a:lstStyle>
          <a:p>
            <a:endParaRPr/>
          </a:p>
        </p:txBody>
      </p:sp>
      <p:sp>
        <p:nvSpPr>
          <p:cNvPr id="748" name="Google Shape;748;p93"/>
          <p:cNvSpPr txBox="1">
            <a:spLocks noGrp="1"/>
          </p:cNvSpPr>
          <p:nvPr>
            <p:ph type="subTitle" idx="3"/>
          </p:nvPr>
        </p:nvSpPr>
        <p:spPr>
          <a:xfrm>
            <a:off x="713250" y="1217050"/>
            <a:ext cx="7717500" cy="4002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49" name="Google Shape;749;p93"/>
          <p:cNvSpPr/>
          <p:nvPr/>
        </p:nvSpPr>
        <p:spPr>
          <a:xfrm flipH="1">
            <a:off x="71340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0" name="Google Shape;750;p93"/>
          <p:cNvGrpSpPr/>
          <p:nvPr/>
        </p:nvGrpSpPr>
        <p:grpSpPr>
          <a:xfrm>
            <a:off x="283800" y="-4100"/>
            <a:ext cx="8576400" cy="5147625"/>
            <a:chOff x="283800" y="-4100"/>
            <a:chExt cx="8576400" cy="5147625"/>
          </a:xfrm>
        </p:grpSpPr>
        <p:cxnSp>
          <p:nvCxnSpPr>
            <p:cNvPr id="751" name="Google Shape;751;p93"/>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752" name="Google Shape;752;p93"/>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two columns 2">
  <p:cSld name="CUSTOM_3_1">
    <p:spTree>
      <p:nvGrpSpPr>
        <p:cNvPr id="1" name="Shape 753"/>
        <p:cNvGrpSpPr/>
        <p:nvPr/>
      </p:nvGrpSpPr>
      <p:grpSpPr>
        <a:xfrm>
          <a:off x="0" y="0"/>
          <a:ext cx="0" cy="0"/>
          <a:chOff x="0" y="0"/>
          <a:chExt cx="0" cy="0"/>
        </a:xfrm>
      </p:grpSpPr>
      <p:sp>
        <p:nvSpPr>
          <p:cNvPr id="754" name="Google Shape;754;p9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55" name="Google Shape;755;p94"/>
          <p:cNvSpPr txBox="1">
            <a:spLocks noGrp="1"/>
          </p:cNvSpPr>
          <p:nvPr>
            <p:ph type="subTitle" idx="1"/>
          </p:nvPr>
        </p:nvSpPr>
        <p:spPr>
          <a:xfrm>
            <a:off x="1106875" y="1964500"/>
            <a:ext cx="3200400" cy="1887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56" name="Google Shape;756;p94"/>
          <p:cNvSpPr txBox="1">
            <a:spLocks noGrp="1"/>
          </p:cNvSpPr>
          <p:nvPr>
            <p:ph type="subTitle" idx="2"/>
          </p:nvPr>
        </p:nvSpPr>
        <p:spPr>
          <a:xfrm>
            <a:off x="4836725" y="1964500"/>
            <a:ext cx="3200400" cy="1887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57" name="Google Shape;757;p94"/>
          <p:cNvSpPr/>
          <p:nvPr/>
        </p:nvSpPr>
        <p:spPr>
          <a:xfrm rot="10800000">
            <a:off x="8860200"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94"/>
          <p:cNvGrpSpPr/>
          <p:nvPr/>
        </p:nvGrpSpPr>
        <p:grpSpPr>
          <a:xfrm rot="10800000">
            <a:off x="-125" y="267450"/>
            <a:ext cx="9002225" cy="4876050"/>
            <a:chOff x="141900" y="-26"/>
            <a:chExt cx="9002225" cy="4876050"/>
          </a:xfrm>
        </p:grpSpPr>
        <p:cxnSp>
          <p:nvCxnSpPr>
            <p:cNvPr id="759" name="Google Shape;759;p94"/>
            <p:cNvCxnSpPr/>
            <p:nvPr/>
          </p:nvCxnSpPr>
          <p:spPr>
            <a:xfrm>
              <a:off x="7404125" y="4876024"/>
              <a:ext cx="1740000" cy="0"/>
            </a:xfrm>
            <a:prstGeom prst="straightConnector1">
              <a:avLst/>
            </a:prstGeom>
            <a:noFill/>
            <a:ln w="9525" cap="flat" cmpd="sng">
              <a:solidFill>
                <a:schemeClr val="dk1"/>
              </a:solidFill>
              <a:prstDash val="solid"/>
              <a:round/>
              <a:headEnd type="none" w="med" len="med"/>
              <a:tailEnd type="none" w="med" len="med"/>
            </a:ln>
          </p:spPr>
        </p:cxnSp>
        <p:cxnSp>
          <p:nvCxnSpPr>
            <p:cNvPr id="760" name="Google Shape;760;p94"/>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and three columns">
  <p:cSld name="CUSTOM_4">
    <p:spTree>
      <p:nvGrpSpPr>
        <p:cNvPr id="1" name="Shape 761"/>
        <p:cNvGrpSpPr/>
        <p:nvPr/>
      </p:nvGrpSpPr>
      <p:grpSpPr>
        <a:xfrm>
          <a:off x="0" y="0"/>
          <a:ext cx="0" cy="0"/>
          <a:chOff x="0" y="0"/>
          <a:chExt cx="0" cy="0"/>
        </a:xfrm>
      </p:grpSpPr>
      <p:sp>
        <p:nvSpPr>
          <p:cNvPr id="762" name="Google Shape;762;p95"/>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63" name="Google Shape;763;p95"/>
          <p:cNvSpPr txBox="1">
            <a:spLocks noGrp="1"/>
          </p:cNvSpPr>
          <p:nvPr>
            <p:ph type="subTitle" idx="1"/>
          </p:nvPr>
        </p:nvSpPr>
        <p:spPr>
          <a:xfrm>
            <a:off x="713263"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64" name="Google Shape;764;p95"/>
          <p:cNvSpPr txBox="1">
            <a:spLocks noGrp="1"/>
          </p:cNvSpPr>
          <p:nvPr>
            <p:ph type="subTitle" idx="2"/>
          </p:nvPr>
        </p:nvSpPr>
        <p:spPr>
          <a:xfrm>
            <a:off x="713263" y="2785375"/>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65" name="Google Shape;765;p95"/>
          <p:cNvSpPr txBox="1">
            <a:spLocks noGrp="1"/>
          </p:cNvSpPr>
          <p:nvPr>
            <p:ph type="subTitle" idx="3"/>
          </p:nvPr>
        </p:nvSpPr>
        <p:spPr>
          <a:xfrm>
            <a:off x="6030438"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66" name="Google Shape;766;p95"/>
          <p:cNvSpPr txBox="1">
            <a:spLocks noGrp="1"/>
          </p:cNvSpPr>
          <p:nvPr>
            <p:ph type="subTitle" idx="4"/>
          </p:nvPr>
        </p:nvSpPr>
        <p:spPr>
          <a:xfrm>
            <a:off x="6030438" y="2782400"/>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67" name="Google Shape;767;p95"/>
          <p:cNvSpPr txBox="1">
            <a:spLocks noGrp="1"/>
          </p:cNvSpPr>
          <p:nvPr>
            <p:ph type="subTitle" idx="5"/>
          </p:nvPr>
        </p:nvSpPr>
        <p:spPr>
          <a:xfrm>
            <a:off x="3371850" y="3406527"/>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68" name="Google Shape;768;p95"/>
          <p:cNvSpPr txBox="1">
            <a:spLocks noGrp="1"/>
          </p:cNvSpPr>
          <p:nvPr>
            <p:ph type="subTitle" idx="6"/>
          </p:nvPr>
        </p:nvSpPr>
        <p:spPr>
          <a:xfrm>
            <a:off x="3371850" y="2782400"/>
            <a:ext cx="2400300" cy="5541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Title and three columns 1">
  <p:cSld name="CUSTOM_5">
    <p:spTree>
      <p:nvGrpSpPr>
        <p:cNvPr id="1" name="Shape 769"/>
        <p:cNvGrpSpPr/>
        <p:nvPr/>
      </p:nvGrpSpPr>
      <p:grpSpPr>
        <a:xfrm>
          <a:off x="0" y="0"/>
          <a:ext cx="0" cy="0"/>
          <a:chOff x="0" y="0"/>
          <a:chExt cx="0" cy="0"/>
        </a:xfrm>
      </p:grpSpPr>
      <p:sp>
        <p:nvSpPr>
          <p:cNvPr id="770" name="Google Shape;770;p96"/>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71" name="Google Shape;771;p96"/>
          <p:cNvSpPr txBox="1">
            <a:spLocks noGrp="1"/>
          </p:cNvSpPr>
          <p:nvPr>
            <p:ph type="subTitle" idx="1"/>
          </p:nvPr>
        </p:nvSpPr>
        <p:spPr>
          <a:xfrm>
            <a:off x="865625"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72" name="Google Shape;772;p96"/>
          <p:cNvSpPr txBox="1">
            <a:spLocks noGrp="1"/>
          </p:cNvSpPr>
          <p:nvPr>
            <p:ph type="subTitle" idx="2"/>
          </p:nvPr>
        </p:nvSpPr>
        <p:spPr>
          <a:xfrm>
            <a:off x="865625"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73" name="Google Shape;773;p96"/>
          <p:cNvSpPr txBox="1">
            <a:spLocks noGrp="1"/>
          </p:cNvSpPr>
          <p:nvPr>
            <p:ph type="subTitle" idx="3"/>
          </p:nvPr>
        </p:nvSpPr>
        <p:spPr>
          <a:xfrm>
            <a:off x="6015775"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74" name="Google Shape;774;p96"/>
          <p:cNvSpPr txBox="1">
            <a:spLocks noGrp="1"/>
          </p:cNvSpPr>
          <p:nvPr>
            <p:ph type="subTitle" idx="4"/>
          </p:nvPr>
        </p:nvSpPr>
        <p:spPr>
          <a:xfrm>
            <a:off x="6015775"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75" name="Google Shape;775;p96"/>
          <p:cNvSpPr txBox="1">
            <a:spLocks noGrp="1"/>
          </p:cNvSpPr>
          <p:nvPr>
            <p:ph type="subTitle" idx="5"/>
          </p:nvPr>
        </p:nvSpPr>
        <p:spPr>
          <a:xfrm>
            <a:off x="3440700" y="3694227"/>
            <a:ext cx="2262600" cy="648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76" name="Google Shape;776;p96"/>
          <p:cNvSpPr txBox="1">
            <a:spLocks noGrp="1"/>
          </p:cNvSpPr>
          <p:nvPr>
            <p:ph type="subTitle" idx="6"/>
          </p:nvPr>
        </p:nvSpPr>
        <p:spPr>
          <a:xfrm>
            <a:off x="3440700" y="3103975"/>
            <a:ext cx="22626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77" name="Google Shape;777;p96"/>
          <p:cNvSpPr/>
          <p:nvPr/>
        </p:nvSpPr>
        <p:spPr>
          <a:xfrm>
            <a:off x="0" y="4876025"/>
            <a:ext cx="91440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78" name="Google Shape;778;p96"/>
          <p:cNvGrpSpPr/>
          <p:nvPr/>
        </p:nvGrpSpPr>
        <p:grpSpPr>
          <a:xfrm>
            <a:off x="283800" y="-48"/>
            <a:ext cx="8860200" cy="5009873"/>
            <a:chOff x="283800" y="-48"/>
            <a:chExt cx="8860200" cy="5009873"/>
          </a:xfrm>
        </p:grpSpPr>
        <p:cxnSp>
          <p:nvCxnSpPr>
            <p:cNvPr id="779" name="Google Shape;779;p96"/>
            <p:cNvCxnSpPr/>
            <p:nvPr/>
          </p:nvCxnSpPr>
          <p:spPr>
            <a:xfrm>
              <a:off x="4572000" y="5009825"/>
              <a:ext cx="4572000" cy="0"/>
            </a:xfrm>
            <a:prstGeom prst="straightConnector1">
              <a:avLst/>
            </a:prstGeom>
            <a:noFill/>
            <a:ln w="9525" cap="flat" cmpd="sng">
              <a:solidFill>
                <a:schemeClr val="dk1"/>
              </a:solidFill>
              <a:prstDash val="solid"/>
              <a:round/>
              <a:headEnd type="none" w="med" len="med"/>
              <a:tailEnd type="none" w="med" len="med"/>
            </a:ln>
          </p:spPr>
        </p:cxnSp>
        <p:cxnSp>
          <p:nvCxnSpPr>
            <p:cNvPr id="780" name="Google Shape;780;p96"/>
            <p:cNvCxnSpPr/>
            <p:nvPr/>
          </p:nvCxnSpPr>
          <p:spPr>
            <a:xfrm rot="10800000">
              <a:off x="283800" y="-48"/>
              <a:ext cx="0" cy="29193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and four columns">
  <p:cSld name="CUSTOM_6">
    <p:spTree>
      <p:nvGrpSpPr>
        <p:cNvPr id="1" name="Shape 781"/>
        <p:cNvGrpSpPr/>
        <p:nvPr/>
      </p:nvGrpSpPr>
      <p:grpSpPr>
        <a:xfrm>
          <a:off x="0" y="0"/>
          <a:ext cx="0" cy="0"/>
          <a:chOff x="0" y="0"/>
          <a:chExt cx="0" cy="0"/>
        </a:xfrm>
      </p:grpSpPr>
      <p:sp>
        <p:nvSpPr>
          <p:cNvPr id="782" name="Google Shape;782;p9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83" name="Google Shape;783;p97"/>
          <p:cNvSpPr txBox="1">
            <a:spLocks noGrp="1"/>
          </p:cNvSpPr>
          <p:nvPr>
            <p:ph type="subTitle" idx="1"/>
          </p:nvPr>
        </p:nvSpPr>
        <p:spPr>
          <a:xfrm>
            <a:off x="1877250" y="1850002"/>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784" name="Google Shape;784;p97"/>
          <p:cNvSpPr txBox="1">
            <a:spLocks noGrp="1"/>
          </p:cNvSpPr>
          <p:nvPr>
            <p:ph type="subTitle" idx="2"/>
          </p:nvPr>
        </p:nvSpPr>
        <p:spPr>
          <a:xfrm>
            <a:off x="1877250" y="1375200"/>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85" name="Google Shape;785;p97"/>
          <p:cNvSpPr txBox="1">
            <a:spLocks noGrp="1"/>
          </p:cNvSpPr>
          <p:nvPr>
            <p:ph type="subTitle" idx="3"/>
          </p:nvPr>
        </p:nvSpPr>
        <p:spPr>
          <a:xfrm>
            <a:off x="1877250" y="3515601"/>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786" name="Google Shape;786;p97"/>
          <p:cNvSpPr txBox="1">
            <a:spLocks noGrp="1"/>
          </p:cNvSpPr>
          <p:nvPr>
            <p:ph type="subTitle" idx="4"/>
          </p:nvPr>
        </p:nvSpPr>
        <p:spPr>
          <a:xfrm>
            <a:off x="1877250" y="3040799"/>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87" name="Google Shape;787;p97"/>
          <p:cNvSpPr txBox="1">
            <a:spLocks noGrp="1"/>
          </p:cNvSpPr>
          <p:nvPr>
            <p:ph type="subTitle" idx="5"/>
          </p:nvPr>
        </p:nvSpPr>
        <p:spPr>
          <a:xfrm>
            <a:off x="6112075" y="1850002"/>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788" name="Google Shape;788;p97"/>
          <p:cNvSpPr txBox="1">
            <a:spLocks noGrp="1"/>
          </p:cNvSpPr>
          <p:nvPr>
            <p:ph type="subTitle" idx="6"/>
          </p:nvPr>
        </p:nvSpPr>
        <p:spPr>
          <a:xfrm>
            <a:off x="6112075" y="1375200"/>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89" name="Google Shape;789;p97"/>
          <p:cNvSpPr txBox="1">
            <a:spLocks noGrp="1"/>
          </p:cNvSpPr>
          <p:nvPr>
            <p:ph type="subTitle" idx="7"/>
          </p:nvPr>
        </p:nvSpPr>
        <p:spPr>
          <a:xfrm>
            <a:off x="6112075" y="3515601"/>
            <a:ext cx="2318700" cy="8958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a:endParaRPr/>
          </a:p>
        </p:txBody>
      </p:sp>
      <p:sp>
        <p:nvSpPr>
          <p:cNvPr id="790" name="Google Shape;790;p97"/>
          <p:cNvSpPr txBox="1">
            <a:spLocks noGrp="1"/>
          </p:cNvSpPr>
          <p:nvPr>
            <p:ph type="subTitle" idx="8"/>
          </p:nvPr>
        </p:nvSpPr>
        <p:spPr>
          <a:xfrm>
            <a:off x="6112075" y="3040799"/>
            <a:ext cx="2318700" cy="523200"/>
          </a:xfrm>
          <a:prstGeom prst="rect">
            <a:avLst/>
          </a:prstGeom>
        </p:spPr>
        <p:txBody>
          <a:bodyPr spcFirstLastPara="1" wrap="square" lIns="91425" tIns="91425" rIns="91425" bIns="91425" anchor="b" anchorCtr="0">
            <a:noAutofit/>
          </a:bodyPr>
          <a:lstStyle>
            <a:lvl1pPr lvl="0">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91" name="Google Shape;791;p97"/>
          <p:cNvSpPr/>
          <p:nvPr/>
        </p:nvSpPr>
        <p:spPr>
          <a:xfrm flipH="1">
            <a:off x="8860200" y="0"/>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92" name="Google Shape;792;p97"/>
          <p:cNvCxnSpPr/>
          <p:nvPr/>
        </p:nvCxnSpPr>
        <p:spPr>
          <a:xfrm rot="10800000">
            <a:off x="9002100" y="-26"/>
            <a:ext cx="0" cy="39585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five columns">
  <p:cSld name="CUSTOM_6_1">
    <p:spTree>
      <p:nvGrpSpPr>
        <p:cNvPr id="1" name="Shape 793"/>
        <p:cNvGrpSpPr/>
        <p:nvPr/>
      </p:nvGrpSpPr>
      <p:grpSpPr>
        <a:xfrm>
          <a:off x="0" y="0"/>
          <a:ext cx="0" cy="0"/>
          <a:chOff x="0" y="0"/>
          <a:chExt cx="0" cy="0"/>
        </a:xfrm>
      </p:grpSpPr>
      <p:sp>
        <p:nvSpPr>
          <p:cNvPr id="794" name="Google Shape;794;p9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795" name="Google Shape;795;p98"/>
          <p:cNvSpPr txBox="1">
            <a:spLocks noGrp="1"/>
          </p:cNvSpPr>
          <p:nvPr>
            <p:ph type="subTitle" idx="1"/>
          </p:nvPr>
        </p:nvSpPr>
        <p:spPr>
          <a:xfrm>
            <a:off x="7132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96" name="Google Shape;796;p98"/>
          <p:cNvSpPr txBox="1">
            <a:spLocks noGrp="1"/>
          </p:cNvSpPr>
          <p:nvPr>
            <p:ph type="subTitle" idx="2"/>
          </p:nvPr>
        </p:nvSpPr>
        <p:spPr>
          <a:xfrm>
            <a:off x="7132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97" name="Google Shape;797;p98"/>
          <p:cNvSpPr txBox="1">
            <a:spLocks noGrp="1"/>
          </p:cNvSpPr>
          <p:nvPr>
            <p:ph type="subTitle" idx="3"/>
          </p:nvPr>
        </p:nvSpPr>
        <p:spPr>
          <a:xfrm>
            <a:off x="60304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798" name="Google Shape;798;p98"/>
          <p:cNvSpPr txBox="1">
            <a:spLocks noGrp="1"/>
          </p:cNvSpPr>
          <p:nvPr>
            <p:ph type="subTitle" idx="4"/>
          </p:nvPr>
        </p:nvSpPr>
        <p:spPr>
          <a:xfrm>
            <a:off x="60304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799" name="Google Shape;799;p98"/>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00" name="Google Shape;800;p98"/>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01" name="Google Shape;801;p98"/>
          <p:cNvSpPr txBox="1">
            <a:spLocks noGrp="1"/>
          </p:cNvSpPr>
          <p:nvPr>
            <p:ph type="subTitle" idx="7"/>
          </p:nvPr>
        </p:nvSpPr>
        <p:spPr>
          <a:xfrm>
            <a:off x="2042531"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02" name="Google Shape;802;p98"/>
          <p:cNvSpPr txBox="1">
            <a:spLocks noGrp="1"/>
          </p:cNvSpPr>
          <p:nvPr>
            <p:ph type="subTitle" idx="8"/>
          </p:nvPr>
        </p:nvSpPr>
        <p:spPr>
          <a:xfrm>
            <a:off x="2042531"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03" name="Google Shape;803;p98"/>
          <p:cNvSpPr txBox="1">
            <a:spLocks noGrp="1"/>
          </p:cNvSpPr>
          <p:nvPr>
            <p:ph type="subTitle" idx="9"/>
          </p:nvPr>
        </p:nvSpPr>
        <p:spPr>
          <a:xfrm>
            <a:off x="4701169"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04" name="Google Shape;804;p98"/>
          <p:cNvSpPr txBox="1">
            <a:spLocks noGrp="1"/>
          </p:cNvSpPr>
          <p:nvPr>
            <p:ph type="subTitle" idx="13"/>
          </p:nvPr>
        </p:nvSpPr>
        <p:spPr>
          <a:xfrm>
            <a:off x="4701169"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05" name="Google Shape;805;p98"/>
          <p:cNvSpPr/>
          <p:nvPr/>
        </p:nvSpPr>
        <p:spPr>
          <a:xfrm>
            <a:off x="0" y="4876025"/>
            <a:ext cx="8430600" cy="2676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6" name="Google Shape;806;p98"/>
          <p:cNvGrpSpPr/>
          <p:nvPr/>
        </p:nvGrpSpPr>
        <p:grpSpPr>
          <a:xfrm flipH="1">
            <a:off x="283800" y="-4100"/>
            <a:ext cx="8576400" cy="5147625"/>
            <a:chOff x="283800" y="-4100"/>
            <a:chExt cx="8576400" cy="5147625"/>
          </a:xfrm>
        </p:grpSpPr>
        <p:cxnSp>
          <p:nvCxnSpPr>
            <p:cNvPr id="807" name="Google Shape;807;p98"/>
            <p:cNvCxnSpPr/>
            <p:nvPr/>
          </p:nvCxnSpPr>
          <p:spPr>
            <a:xfrm>
              <a:off x="8860200" y="2571925"/>
              <a:ext cx="0" cy="25716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98"/>
            <p:cNvCxnSpPr/>
            <p:nvPr/>
          </p:nvCxnSpPr>
          <p:spPr>
            <a:xfrm>
              <a:off x="283800" y="-4100"/>
              <a:ext cx="0" cy="25758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itle and six columns">
  <p:cSld name="CUSTOM_7_1">
    <p:spTree>
      <p:nvGrpSpPr>
        <p:cNvPr id="1" name="Shape 809"/>
        <p:cNvGrpSpPr/>
        <p:nvPr/>
      </p:nvGrpSpPr>
      <p:grpSpPr>
        <a:xfrm>
          <a:off x="0" y="0"/>
          <a:ext cx="0" cy="0"/>
          <a:chOff x="0" y="0"/>
          <a:chExt cx="0" cy="0"/>
        </a:xfrm>
      </p:grpSpPr>
      <p:sp>
        <p:nvSpPr>
          <p:cNvPr id="810" name="Google Shape;810;p99"/>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lvl1pPr lvl="0">
              <a:spcBef>
                <a:spcPts val="0"/>
              </a:spcBef>
              <a:spcAft>
                <a:spcPts val="0"/>
              </a:spcAft>
              <a:buSzPts val="3100"/>
              <a:buNone/>
              <a:defRPr/>
            </a:lvl1pPr>
            <a:lvl2pPr lvl="1">
              <a:spcBef>
                <a:spcPts val="0"/>
              </a:spcBef>
              <a:spcAft>
                <a:spcPts val="0"/>
              </a:spcAft>
              <a:buSzPts val="3100"/>
              <a:buNone/>
              <a:defRPr/>
            </a:lvl2pPr>
            <a:lvl3pPr lvl="2">
              <a:spcBef>
                <a:spcPts val="0"/>
              </a:spcBef>
              <a:spcAft>
                <a:spcPts val="0"/>
              </a:spcAft>
              <a:buSzPts val="3100"/>
              <a:buNone/>
              <a:defRPr/>
            </a:lvl3pPr>
            <a:lvl4pPr lvl="3">
              <a:spcBef>
                <a:spcPts val="0"/>
              </a:spcBef>
              <a:spcAft>
                <a:spcPts val="0"/>
              </a:spcAft>
              <a:buSzPts val="3100"/>
              <a:buNone/>
              <a:defRPr/>
            </a:lvl4pPr>
            <a:lvl5pPr lvl="4">
              <a:spcBef>
                <a:spcPts val="0"/>
              </a:spcBef>
              <a:spcAft>
                <a:spcPts val="0"/>
              </a:spcAft>
              <a:buSzPts val="3100"/>
              <a:buNone/>
              <a:defRPr/>
            </a:lvl5pPr>
            <a:lvl6pPr lvl="5">
              <a:spcBef>
                <a:spcPts val="0"/>
              </a:spcBef>
              <a:spcAft>
                <a:spcPts val="0"/>
              </a:spcAft>
              <a:buSzPts val="3100"/>
              <a:buNone/>
              <a:defRPr/>
            </a:lvl6pPr>
            <a:lvl7pPr lvl="6">
              <a:spcBef>
                <a:spcPts val="0"/>
              </a:spcBef>
              <a:spcAft>
                <a:spcPts val="0"/>
              </a:spcAft>
              <a:buSzPts val="3100"/>
              <a:buNone/>
              <a:defRPr/>
            </a:lvl7pPr>
            <a:lvl8pPr lvl="7">
              <a:spcBef>
                <a:spcPts val="0"/>
              </a:spcBef>
              <a:spcAft>
                <a:spcPts val="0"/>
              </a:spcAft>
              <a:buSzPts val="3100"/>
              <a:buNone/>
              <a:defRPr/>
            </a:lvl8pPr>
            <a:lvl9pPr lvl="8">
              <a:spcBef>
                <a:spcPts val="0"/>
              </a:spcBef>
              <a:spcAft>
                <a:spcPts val="0"/>
              </a:spcAft>
              <a:buSzPts val="3100"/>
              <a:buNone/>
              <a:defRPr/>
            </a:lvl9pPr>
          </a:lstStyle>
          <a:p>
            <a:endParaRPr/>
          </a:p>
        </p:txBody>
      </p:sp>
      <p:sp>
        <p:nvSpPr>
          <p:cNvPr id="811" name="Google Shape;811;p99"/>
          <p:cNvSpPr txBox="1">
            <a:spLocks noGrp="1"/>
          </p:cNvSpPr>
          <p:nvPr>
            <p:ph type="subTitle" idx="1"/>
          </p:nvPr>
        </p:nvSpPr>
        <p:spPr>
          <a:xfrm>
            <a:off x="713244"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2" name="Google Shape;812;p99"/>
          <p:cNvSpPr txBox="1">
            <a:spLocks noGrp="1"/>
          </p:cNvSpPr>
          <p:nvPr>
            <p:ph type="subTitle" idx="2"/>
          </p:nvPr>
        </p:nvSpPr>
        <p:spPr>
          <a:xfrm>
            <a:off x="713244"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13" name="Google Shape;813;p99"/>
          <p:cNvSpPr txBox="1">
            <a:spLocks noGrp="1"/>
          </p:cNvSpPr>
          <p:nvPr>
            <p:ph type="subTitle" idx="3"/>
          </p:nvPr>
        </p:nvSpPr>
        <p:spPr>
          <a:xfrm>
            <a:off x="6030456"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4" name="Google Shape;814;p99"/>
          <p:cNvSpPr txBox="1">
            <a:spLocks noGrp="1"/>
          </p:cNvSpPr>
          <p:nvPr>
            <p:ph type="subTitle" idx="4"/>
          </p:nvPr>
        </p:nvSpPr>
        <p:spPr>
          <a:xfrm>
            <a:off x="6030456"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15" name="Google Shape;815;p99"/>
          <p:cNvSpPr txBox="1">
            <a:spLocks noGrp="1"/>
          </p:cNvSpPr>
          <p:nvPr>
            <p:ph type="subTitle" idx="5"/>
          </p:nvPr>
        </p:nvSpPr>
        <p:spPr>
          <a:xfrm>
            <a:off x="3371850" y="3515601"/>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6" name="Google Shape;816;p99"/>
          <p:cNvSpPr txBox="1">
            <a:spLocks noGrp="1"/>
          </p:cNvSpPr>
          <p:nvPr>
            <p:ph type="subTitle" idx="6"/>
          </p:nvPr>
        </p:nvSpPr>
        <p:spPr>
          <a:xfrm>
            <a:off x="3371850" y="3040799"/>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17" name="Google Shape;817;p99"/>
          <p:cNvSpPr txBox="1">
            <a:spLocks noGrp="1"/>
          </p:cNvSpPr>
          <p:nvPr>
            <p:ph type="subTitle" idx="7"/>
          </p:nvPr>
        </p:nvSpPr>
        <p:spPr>
          <a:xfrm>
            <a:off x="713244"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18" name="Google Shape;818;p99"/>
          <p:cNvSpPr txBox="1">
            <a:spLocks noGrp="1"/>
          </p:cNvSpPr>
          <p:nvPr>
            <p:ph type="subTitle" idx="8"/>
          </p:nvPr>
        </p:nvSpPr>
        <p:spPr>
          <a:xfrm>
            <a:off x="713244"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19" name="Google Shape;819;p99"/>
          <p:cNvSpPr txBox="1">
            <a:spLocks noGrp="1"/>
          </p:cNvSpPr>
          <p:nvPr>
            <p:ph type="subTitle" idx="9"/>
          </p:nvPr>
        </p:nvSpPr>
        <p:spPr>
          <a:xfrm>
            <a:off x="3371850"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20" name="Google Shape;820;p99"/>
          <p:cNvSpPr txBox="1">
            <a:spLocks noGrp="1"/>
          </p:cNvSpPr>
          <p:nvPr>
            <p:ph type="subTitle" idx="13"/>
          </p:nvPr>
        </p:nvSpPr>
        <p:spPr>
          <a:xfrm>
            <a:off x="3371850"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21" name="Google Shape;821;p99"/>
          <p:cNvSpPr txBox="1">
            <a:spLocks noGrp="1"/>
          </p:cNvSpPr>
          <p:nvPr>
            <p:ph type="subTitle" idx="14"/>
          </p:nvPr>
        </p:nvSpPr>
        <p:spPr>
          <a:xfrm>
            <a:off x="6030456" y="1850002"/>
            <a:ext cx="2400300" cy="8958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a:endParaRPr/>
          </a:p>
        </p:txBody>
      </p:sp>
      <p:sp>
        <p:nvSpPr>
          <p:cNvPr id="822" name="Google Shape;822;p99"/>
          <p:cNvSpPr txBox="1">
            <a:spLocks noGrp="1"/>
          </p:cNvSpPr>
          <p:nvPr>
            <p:ph type="subTitle" idx="15"/>
          </p:nvPr>
        </p:nvSpPr>
        <p:spPr>
          <a:xfrm>
            <a:off x="6030456" y="1375200"/>
            <a:ext cx="2400300" cy="5232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SzPts val="2400"/>
              <a:buFont typeface="Golos Text SemiBold"/>
              <a:buNone/>
              <a:defRPr sz="2200">
                <a:latin typeface="Golos Text"/>
                <a:ea typeface="Golos Text"/>
                <a:cs typeface="Golos Text"/>
                <a:sym typeface="Golos Text"/>
              </a:defRPr>
            </a:lvl1pPr>
            <a:lvl2pPr lvl="1"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2pPr>
            <a:lvl3pPr lvl="2"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3pPr>
            <a:lvl4pPr lvl="3"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4pPr>
            <a:lvl5pPr lvl="4"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5pPr>
            <a:lvl6pPr lvl="5"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6pPr>
            <a:lvl7pPr lvl="6"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7pPr>
            <a:lvl8pPr lvl="7"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8pPr>
            <a:lvl9pPr lvl="8" algn="ctr">
              <a:lnSpc>
                <a:spcPct val="115000"/>
              </a:lnSpc>
              <a:spcBef>
                <a:spcPts val="0"/>
              </a:spcBef>
              <a:spcAft>
                <a:spcPts val="0"/>
              </a:spcAft>
              <a:buSzPts val="2400"/>
              <a:buFont typeface="Golos Text SemiBold"/>
              <a:buNone/>
              <a:defRPr sz="2400">
                <a:latin typeface="Golos Text SemiBold"/>
                <a:ea typeface="Golos Text SemiBold"/>
                <a:cs typeface="Golos Text SemiBold"/>
                <a:sym typeface="Golos Text SemiBold"/>
              </a:defRPr>
            </a:lvl9pPr>
          </a:lstStyle>
          <a:p>
            <a:endParaRPr/>
          </a:p>
        </p:txBody>
      </p:sp>
      <p:sp>
        <p:nvSpPr>
          <p:cNvPr id="823" name="Google Shape;823;p99"/>
          <p:cNvSpPr/>
          <p:nvPr/>
        </p:nvSpPr>
        <p:spPr>
          <a:xfrm rot="10800000" flipH="1">
            <a:off x="25" y="-26"/>
            <a:ext cx="2838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4" name="Google Shape;824;p99"/>
          <p:cNvGrpSpPr/>
          <p:nvPr/>
        </p:nvGrpSpPr>
        <p:grpSpPr>
          <a:xfrm rot="10800000" flipH="1">
            <a:off x="141925" y="267450"/>
            <a:ext cx="9001950" cy="4876050"/>
            <a:chOff x="141900" y="-26"/>
            <a:chExt cx="9001950" cy="4876050"/>
          </a:xfrm>
        </p:grpSpPr>
        <p:cxnSp>
          <p:nvCxnSpPr>
            <p:cNvPr id="825" name="Google Shape;825;p99"/>
            <p:cNvCxnSpPr/>
            <p:nvPr/>
          </p:nvCxnSpPr>
          <p:spPr>
            <a:xfrm>
              <a:off x="7907850" y="4876024"/>
              <a:ext cx="1236000" cy="0"/>
            </a:xfrm>
            <a:prstGeom prst="straightConnector1">
              <a:avLst/>
            </a:prstGeom>
            <a:noFill/>
            <a:ln w="9525" cap="flat" cmpd="sng">
              <a:solidFill>
                <a:schemeClr val="dk1"/>
              </a:solidFill>
              <a:prstDash val="solid"/>
              <a:round/>
              <a:headEnd type="none" w="med" len="med"/>
              <a:tailEnd type="none" w="med" len="med"/>
            </a:ln>
          </p:spPr>
        </p:cxnSp>
        <p:cxnSp>
          <p:nvCxnSpPr>
            <p:cNvPr id="826" name="Google Shape;826;p99"/>
            <p:cNvCxnSpPr/>
            <p:nvPr/>
          </p:nvCxnSpPr>
          <p:spPr>
            <a:xfrm rot="10800000">
              <a:off x="141900" y="-26"/>
              <a:ext cx="0" cy="39585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Thanks">
  <p:cSld name="CUSTOM_8">
    <p:spTree>
      <p:nvGrpSpPr>
        <p:cNvPr id="1" name="Shape 827"/>
        <p:cNvGrpSpPr/>
        <p:nvPr/>
      </p:nvGrpSpPr>
      <p:grpSpPr>
        <a:xfrm>
          <a:off x="0" y="0"/>
          <a:ext cx="0" cy="0"/>
          <a:chOff x="0" y="0"/>
          <a:chExt cx="0" cy="0"/>
        </a:xfrm>
      </p:grpSpPr>
      <p:sp>
        <p:nvSpPr>
          <p:cNvPr id="828" name="Google Shape;828;p100"/>
          <p:cNvSpPr txBox="1">
            <a:spLocks noGrp="1"/>
          </p:cNvSpPr>
          <p:nvPr>
            <p:ph type="title"/>
          </p:nvPr>
        </p:nvSpPr>
        <p:spPr>
          <a:xfrm>
            <a:off x="2654700" y="530250"/>
            <a:ext cx="3834600" cy="1108200"/>
          </a:xfrm>
          <a:prstGeom prst="rect">
            <a:avLst/>
          </a:prstGeom>
        </p:spPr>
        <p:txBody>
          <a:bodyPr spcFirstLastPara="1" wrap="square" lIns="91425" tIns="91425" rIns="91425" bIns="91425" anchor="t" anchorCtr="0">
            <a:noAutofit/>
          </a:bodyPr>
          <a:lstStyle>
            <a:lvl1pPr lvl="0">
              <a:spcBef>
                <a:spcPts val="0"/>
              </a:spcBef>
              <a:spcAft>
                <a:spcPts val="0"/>
              </a:spcAft>
              <a:buSzPts val="7200"/>
              <a:buNone/>
              <a:defRPr sz="6000"/>
            </a:lvl1pPr>
            <a:lvl2pPr lvl="1">
              <a:spcBef>
                <a:spcPts val="0"/>
              </a:spcBef>
              <a:spcAft>
                <a:spcPts val="0"/>
              </a:spcAft>
              <a:buSzPts val="7200"/>
              <a:buNone/>
              <a:defRPr sz="7200"/>
            </a:lvl2pPr>
            <a:lvl3pPr lvl="2">
              <a:spcBef>
                <a:spcPts val="0"/>
              </a:spcBef>
              <a:spcAft>
                <a:spcPts val="0"/>
              </a:spcAft>
              <a:buSzPts val="7200"/>
              <a:buNone/>
              <a:defRPr sz="7200"/>
            </a:lvl3pPr>
            <a:lvl4pPr lvl="3">
              <a:spcBef>
                <a:spcPts val="0"/>
              </a:spcBef>
              <a:spcAft>
                <a:spcPts val="0"/>
              </a:spcAft>
              <a:buSzPts val="7200"/>
              <a:buNone/>
              <a:defRPr sz="7200"/>
            </a:lvl4pPr>
            <a:lvl5pPr lvl="4">
              <a:spcBef>
                <a:spcPts val="0"/>
              </a:spcBef>
              <a:spcAft>
                <a:spcPts val="0"/>
              </a:spcAft>
              <a:buSzPts val="7200"/>
              <a:buNone/>
              <a:defRPr sz="7200"/>
            </a:lvl5pPr>
            <a:lvl6pPr lvl="5">
              <a:spcBef>
                <a:spcPts val="0"/>
              </a:spcBef>
              <a:spcAft>
                <a:spcPts val="0"/>
              </a:spcAft>
              <a:buSzPts val="7200"/>
              <a:buNone/>
              <a:defRPr sz="7200"/>
            </a:lvl6pPr>
            <a:lvl7pPr lvl="6">
              <a:spcBef>
                <a:spcPts val="0"/>
              </a:spcBef>
              <a:spcAft>
                <a:spcPts val="0"/>
              </a:spcAft>
              <a:buSzPts val="7200"/>
              <a:buNone/>
              <a:defRPr sz="7200"/>
            </a:lvl7pPr>
            <a:lvl8pPr lvl="7">
              <a:spcBef>
                <a:spcPts val="0"/>
              </a:spcBef>
              <a:spcAft>
                <a:spcPts val="0"/>
              </a:spcAft>
              <a:buSzPts val="7200"/>
              <a:buNone/>
              <a:defRPr sz="7200"/>
            </a:lvl8pPr>
            <a:lvl9pPr lvl="8">
              <a:spcBef>
                <a:spcPts val="0"/>
              </a:spcBef>
              <a:spcAft>
                <a:spcPts val="0"/>
              </a:spcAft>
              <a:buSzPts val="7200"/>
              <a:buNone/>
              <a:defRPr sz="7200"/>
            </a:lvl9pPr>
          </a:lstStyle>
          <a:p>
            <a:endParaRPr/>
          </a:p>
        </p:txBody>
      </p:sp>
      <p:sp>
        <p:nvSpPr>
          <p:cNvPr id="829" name="Google Shape;829;p100"/>
          <p:cNvSpPr txBox="1">
            <a:spLocks noGrp="1"/>
          </p:cNvSpPr>
          <p:nvPr>
            <p:ph type="subTitle" idx="1"/>
          </p:nvPr>
        </p:nvSpPr>
        <p:spPr>
          <a:xfrm>
            <a:off x="2654700" y="2342156"/>
            <a:ext cx="3834600" cy="9720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650"/>
              <a:buNone/>
              <a:defRPr sz="1550" b="1"/>
            </a:lvl1pPr>
            <a:lvl2pPr lvl="1" algn="ctr">
              <a:lnSpc>
                <a:spcPct val="115000"/>
              </a:lnSpc>
              <a:spcBef>
                <a:spcPts val="0"/>
              </a:spcBef>
              <a:spcAft>
                <a:spcPts val="0"/>
              </a:spcAft>
              <a:buSzPts val="1650"/>
              <a:buNone/>
              <a:defRPr sz="1650" b="1"/>
            </a:lvl2pPr>
            <a:lvl3pPr lvl="2" algn="ctr">
              <a:lnSpc>
                <a:spcPct val="115000"/>
              </a:lnSpc>
              <a:spcBef>
                <a:spcPts val="0"/>
              </a:spcBef>
              <a:spcAft>
                <a:spcPts val="0"/>
              </a:spcAft>
              <a:buSzPts val="1650"/>
              <a:buNone/>
              <a:defRPr sz="1650" b="1"/>
            </a:lvl3pPr>
            <a:lvl4pPr lvl="3" algn="ctr">
              <a:lnSpc>
                <a:spcPct val="115000"/>
              </a:lnSpc>
              <a:spcBef>
                <a:spcPts val="0"/>
              </a:spcBef>
              <a:spcAft>
                <a:spcPts val="0"/>
              </a:spcAft>
              <a:buSzPts val="1650"/>
              <a:buNone/>
              <a:defRPr sz="1650" b="1"/>
            </a:lvl4pPr>
            <a:lvl5pPr lvl="4" algn="ctr">
              <a:lnSpc>
                <a:spcPct val="115000"/>
              </a:lnSpc>
              <a:spcBef>
                <a:spcPts val="0"/>
              </a:spcBef>
              <a:spcAft>
                <a:spcPts val="0"/>
              </a:spcAft>
              <a:buSzPts val="1650"/>
              <a:buNone/>
              <a:defRPr sz="1650" b="1"/>
            </a:lvl5pPr>
            <a:lvl6pPr lvl="5" algn="ctr">
              <a:lnSpc>
                <a:spcPct val="115000"/>
              </a:lnSpc>
              <a:spcBef>
                <a:spcPts val="0"/>
              </a:spcBef>
              <a:spcAft>
                <a:spcPts val="0"/>
              </a:spcAft>
              <a:buSzPts val="1650"/>
              <a:buNone/>
              <a:defRPr sz="1650" b="1"/>
            </a:lvl6pPr>
            <a:lvl7pPr lvl="6" algn="ctr">
              <a:lnSpc>
                <a:spcPct val="115000"/>
              </a:lnSpc>
              <a:spcBef>
                <a:spcPts val="0"/>
              </a:spcBef>
              <a:spcAft>
                <a:spcPts val="0"/>
              </a:spcAft>
              <a:buSzPts val="1650"/>
              <a:buNone/>
              <a:defRPr sz="1650" b="1"/>
            </a:lvl7pPr>
            <a:lvl8pPr lvl="7" algn="ctr">
              <a:lnSpc>
                <a:spcPct val="115000"/>
              </a:lnSpc>
              <a:spcBef>
                <a:spcPts val="0"/>
              </a:spcBef>
              <a:spcAft>
                <a:spcPts val="0"/>
              </a:spcAft>
              <a:buSzPts val="1650"/>
              <a:buNone/>
              <a:defRPr sz="1650" b="1"/>
            </a:lvl8pPr>
            <a:lvl9pPr lvl="8" algn="ctr">
              <a:lnSpc>
                <a:spcPct val="115000"/>
              </a:lnSpc>
              <a:spcBef>
                <a:spcPts val="0"/>
              </a:spcBef>
              <a:spcAft>
                <a:spcPts val="0"/>
              </a:spcAft>
              <a:buSzPts val="1650"/>
              <a:buNone/>
              <a:defRPr sz="1650" b="1"/>
            </a:lvl9pPr>
          </a:lstStyle>
          <a:p>
            <a:endParaRPr/>
          </a:p>
        </p:txBody>
      </p:sp>
      <p:sp>
        <p:nvSpPr>
          <p:cNvPr id="830" name="Google Shape;830;p100"/>
          <p:cNvSpPr txBox="1">
            <a:spLocks noGrp="1"/>
          </p:cNvSpPr>
          <p:nvPr>
            <p:ph type="subTitle" idx="2"/>
          </p:nvPr>
        </p:nvSpPr>
        <p:spPr>
          <a:xfrm>
            <a:off x="2654700" y="4111851"/>
            <a:ext cx="3834600" cy="3387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SzPts val="1300"/>
              <a:buNone/>
              <a:defRPr sz="1000"/>
            </a:lvl1pPr>
            <a:lvl2pPr lvl="1" algn="ctr">
              <a:lnSpc>
                <a:spcPct val="115000"/>
              </a:lnSpc>
              <a:spcBef>
                <a:spcPts val="0"/>
              </a:spcBef>
              <a:spcAft>
                <a:spcPts val="0"/>
              </a:spcAft>
              <a:buSzPts val="1300"/>
              <a:buNone/>
              <a:defRPr sz="1300" b="1"/>
            </a:lvl2pPr>
            <a:lvl3pPr lvl="2" algn="ctr">
              <a:lnSpc>
                <a:spcPct val="115000"/>
              </a:lnSpc>
              <a:spcBef>
                <a:spcPts val="0"/>
              </a:spcBef>
              <a:spcAft>
                <a:spcPts val="0"/>
              </a:spcAft>
              <a:buSzPts val="1300"/>
              <a:buNone/>
              <a:defRPr sz="1300" b="1"/>
            </a:lvl3pPr>
            <a:lvl4pPr lvl="3" algn="ctr">
              <a:lnSpc>
                <a:spcPct val="115000"/>
              </a:lnSpc>
              <a:spcBef>
                <a:spcPts val="0"/>
              </a:spcBef>
              <a:spcAft>
                <a:spcPts val="0"/>
              </a:spcAft>
              <a:buSzPts val="1300"/>
              <a:buNone/>
              <a:defRPr sz="1300" b="1"/>
            </a:lvl4pPr>
            <a:lvl5pPr lvl="4" algn="ctr">
              <a:lnSpc>
                <a:spcPct val="115000"/>
              </a:lnSpc>
              <a:spcBef>
                <a:spcPts val="0"/>
              </a:spcBef>
              <a:spcAft>
                <a:spcPts val="0"/>
              </a:spcAft>
              <a:buSzPts val="1300"/>
              <a:buNone/>
              <a:defRPr sz="1300" b="1"/>
            </a:lvl5pPr>
            <a:lvl6pPr lvl="5" algn="ctr">
              <a:lnSpc>
                <a:spcPct val="115000"/>
              </a:lnSpc>
              <a:spcBef>
                <a:spcPts val="0"/>
              </a:spcBef>
              <a:spcAft>
                <a:spcPts val="0"/>
              </a:spcAft>
              <a:buSzPts val="1300"/>
              <a:buNone/>
              <a:defRPr sz="1300" b="1"/>
            </a:lvl6pPr>
            <a:lvl7pPr lvl="6" algn="ctr">
              <a:lnSpc>
                <a:spcPct val="115000"/>
              </a:lnSpc>
              <a:spcBef>
                <a:spcPts val="0"/>
              </a:spcBef>
              <a:spcAft>
                <a:spcPts val="0"/>
              </a:spcAft>
              <a:buSzPts val="1300"/>
              <a:buNone/>
              <a:defRPr sz="1300" b="1"/>
            </a:lvl7pPr>
            <a:lvl8pPr lvl="7" algn="ctr">
              <a:lnSpc>
                <a:spcPct val="115000"/>
              </a:lnSpc>
              <a:spcBef>
                <a:spcPts val="0"/>
              </a:spcBef>
              <a:spcAft>
                <a:spcPts val="0"/>
              </a:spcAft>
              <a:buSzPts val="1300"/>
              <a:buNone/>
              <a:defRPr sz="1300" b="1"/>
            </a:lvl8pPr>
            <a:lvl9pPr lvl="8" algn="ctr">
              <a:lnSpc>
                <a:spcPct val="115000"/>
              </a:lnSpc>
              <a:spcBef>
                <a:spcPts val="0"/>
              </a:spcBef>
              <a:spcAft>
                <a:spcPts val="0"/>
              </a:spcAft>
              <a:buSzPts val="1300"/>
              <a:buNone/>
              <a:defRPr sz="1300" b="1"/>
            </a:lvl9pPr>
          </a:lstStyle>
          <a:p>
            <a:endParaRPr/>
          </a:p>
        </p:txBody>
      </p:sp>
      <p:grpSp>
        <p:nvGrpSpPr>
          <p:cNvPr id="831" name="Google Shape;831;p100"/>
          <p:cNvGrpSpPr/>
          <p:nvPr/>
        </p:nvGrpSpPr>
        <p:grpSpPr>
          <a:xfrm>
            <a:off x="713688" y="2579400"/>
            <a:ext cx="8430488" cy="2564100"/>
            <a:chOff x="713688" y="2579400"/>
            <a:chExt cx="8430488" cy="2564100"/>
          </a:xfrm>
        </p:grpSpPr>
        <p:cxnSp>
          <p:nvCxnSpPr>
            <p:cNvPr id="832" name="Google Shape;832;p100"/>
            <p:cNvCxnSpPr/>
            <p:nvPr/>
          </p:nvCxnSpPr>
          <p:spPr>
            <a:xfrm>
              <a:off x="2839075" y="4876025"/>
              <a:ext cx="6305100" cy="0"/>
            </a:xfrm>
            <a:prstGeom prst="straightConnector1">
              <a:avLst/>
            </a:prstGeom>
            <a:noFill/>
            <a:ln w="9525" cap="flat" cmpd="sng">
              <a:solidFill>
                <a:schemeClr val="dk1"/>
              </a:solidFill>
              <a:prstDash val="solid"/>
              <a:round/>
              <a:headEnd type="none" w="med" len="med"/>
              <a:tailEnd type="none" w="med" len="med"/>
            </a:ln>
          </p:spPr>
        </p:cxnSp>
        <p:cxnSp>
          <p:nvCxnSpPr>
            <p:cNvPr id="833" name="Google Shape;833;p100"/>
            <p:cNvCxnSpPr/>
            <p:nvPr/>
          </p:nvCxnSpPr>
          <p:spPr>
            <a:xfrm rot="10800000">
              <a:off x="713688" y="2579400"/>
              <a:ext cx="0" cy="2564100"/>
            </a:xfrm>
            <a:prstGeom prst="straightConnector1">
              <a:avLst/>
            </a:prstGeom>
            <a:noFill/>
            <a:ln w="9525" cap="flat" cmpd="sng">
              <a:solidFill>
                <a:schemeClr val="dk1"/>
              </a:solidFill>
              <a:prstDash val="solid"/>
              <a:round/>
              <a:headEnd type="none" w="med" len="med"/>
              <a:tailEnd type="none" w="med" len="med"/>
            </a:ln>
          </p:spPr>
        </p:cxnSp>
      </p:grpSp>
      <p:sp>
        <p:nvSpPr>
          <p:cNvPr id="834" name="Google Shape;834;p100"/>
          <p:cNvSpPr txBox="1"/>
          <p:nvPr/>
        </p:nvSpPr>
        <p:spPr>
          <a:xfrm>
            <a:off x="2654700" y="3304597"/>
            <a:ext cx="3834600" cy="7941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SzPts val="1018"/>
              <a:buNone/>
            </a:pPr>
            <a:r>
              <a:rPr lang="en" sz="1200">
                <a:solidFill>
                  <a:schemeClr val="dk1"/>
                </a:solidFill>
                <a:latin typeface="Commissioner"/>
                <a:ea typeface="Commissioner"/>
                <a:cs typeface="Commissioner"/>
                <a:sym typeface="Commissioner"/>
              </a:rPr>
              <a:t>Credits: This presentation template was created by </a:t>
            </a:r>
            <a:r>
              <a:rPr lang="en" sz="1200" b="1" u="sng">
                <a:solidFill>
                  <a:schemeClr val="dk1"/>
                </a:solidFill>
                <a:latin typeface="Commissioner"/>
                <a:ea typeface="Commissioner"/>
                <a:cs typeface="Commissioner"/>
                <a:sym typeface="Commissioner"/>
                <a:hlinkClick r:id="rId2">
                  <a:extLst>
                    <a:ext uri="{A12FA001-AC4F-418D-AE19-62706E023703}">
                      <ahyp:hlinkClr xmlns:ahyp="http://schemas.microsoft.com/office/drawing/2018/hyperlinkcolor" val="tx"/>
                    </a:ext>
                  </a:extLst>
                </a:hlinkClick>
              </a:rPr>
              <a:t>Slidesgo</a:t>
            </a:r>
            <a:r>
              <a:rPr lang="en" sz="1200">
                <a:solidFill>
                  <a:schemeClr val="dk1"/>
                </a:solidFill>
                <a:latin typeface="Commissioner"/>
                <a:ea typeface="Commissioner"/>
                <a:cs typeface="Commissioner"/>
                <a:sym typeface="Commissioner"/>
              </a:rPr>
              <a:t>, and includes icons by </a:t>
            </a:r>
            <a:r>
              <a:rPr lang="en" sz="1200" b="1" u="sng">
                <a:solidFill>
                  <a:schemeClr val="dk1"/>
                </a:solidFill>
                <a:latin typeface="Commissioner"/>
                <a:ea typeface="Commissioner"/>
                <a:cs typeface="Commissioner"/>
                <a:sym typeface="Commissioner"/>
                <a:hlinkClick r:id="rId3">
                  <a:extLst>
                    <a:ext uri="{A12FA001-AC4F-418D-AE19-62706E023703}">
                      <ahyp:hlinkClr xmlns:ahyp="http://schemas.microsoft.com/office/drawing/2018/hyperlinkcolor" val="tx"/>
                    </a:ext>
                  </a:extLst>
                </a:hlinkClick>
              </a:rPr>
              <a:t>Flaticon</a:t>
            </a:r>
            <a:r>
              <a:rPr lang="en" sz="1200">
                <a:solidFill>
                  <a:schemeClr val="dk1"/>
                </a:solidFill>
                <a:latin typeface="Commissioner"/>
                <a:ea typeface="Commissioner"/>
                <a:cs typeface="Commissioner"/>
                <a:sym typeface="Commissioner"/>
              </a:rPr>
              <a:t>, and infographics &amp; images by </a:t>
            </a:r>
            <a:r>
              <a:rPr lang="en" sz="1200" b="1" u="sng">
                <a:solidFill>
                  <a:schemeClr val="dk1"/>
                </a:solidFill>
                <a:latin typeface="Commissioner"/>
                <a:ea typeface="Commissioner"/>
                <a:cs typeface="Commissioner"/>
                <a:sym typeface="Commissioner"/>
                <a:hlinkClick r:id="rId4">
                  <a:extLst>
                    <a:ext uri="{A12FA001-AC4F-418D-AE19-62706E023703}">
                      <ahyp:hlinkClr xmlns:ahyp="http://schemas.microsoft.com/office/drawing/2018/hyperlinkcolor" val="tx"/>
                    </a:ext>
                  </a:extLst>
                </a:hlinkClick>
              </a:rPr>
              <a:t>Freepik</a:t>
            </a:r>
            <a:endParaRPr sz="1200">
              <a:solidFill>
                <a:schemeClr val="dk1"/>
              </a:solidFill>
              <a:latin typeface="Commissioner"/>
              <a:ea typeface="Commissioner"/>
              <a:cs typeface="Commissioner"/>
              <a:sym typeface="Commissioner"/>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835"/>
        <p:cNvGrpSpPr/>
        <p:nvPr/>
      </p:nvGrpSpPr>
      <p:grpSpPr>
        <a:xfrm>
          <a:off x="0" y="0"/>
          <a:ext cx="0" cy="0"/>
          <a:chOff x="0" y="0"/>
          <a:chExt cx="0" cy="0"/>
        </a:xfrm>
      </p:grpSpPr>
      <p:cxnSp>
        <p:nvCxnSpPr>
          <p:cNvPr id="836" name="Google Shape;836;p101"/>
          <p:cNvCxnSpPr/>
          <p:nvPr/>
        </p:nvCxnSpPr>
        <p:spPr>
          <a:xfrm rot="10800000">
            <a:off x="9002100" y="-100"/>
            <a:ext cx="0" cy="2652600"/>
          </a:xfrm>
          <a:prstGeom prst="straightConnector1">
            <a:avLst/>
          </a:prstGeom>
          <a:noFill/>
          <a:ln w="9525" cap="flat" cmpd="sng">
            <a:solidFill>
              <a:schemeClr val="dk1"/>
            </a:solidFill>
            <a:prstDash val="solid"/>
            <a:round/>
            <a:headEnd type="none" w="med" len="med"/>
            <a:tailEnd type="none" w="med" len="med"/>
          </a:ln>
        </p:spPr>
      </p:cxnSp>
      <p:sp>
        <p:nvSpPr>
          <p:cNvPr id="837" name="Google Shape;837;p101"/>
          <p:cNvSpPr/>
          <p:nvPr/>
        </p:nvSpPr>
        <p:spPr>
          <a:xfrm>
            <a:off x="8291100" y="0"/>
            <a:ext cx="8529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38" name="Google Shape;838;p101"/>
          <p:cNvCxnSpPr/>
          <p:nvPr/>
        </p:nvCxnSpPr>
        <p:spPr>
          <a:xfrm>
            <a:off x="4273200" y="4876025"/>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839" name="Google Shape;839;p101"/>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matchingName="Background 1">
  <p:cSld name="CUSTOM_10">
    <p:spTree>
      <p:nvGrpSpPr>
        <p:cNvPr id="1" name="Shape 840"/>
        <p:cNvGrpSpPr/>
        <p:nvPr/>
      </p:nvGrpSpPr>
      <p:grpSpPr>
        <a:xfrm>
          <a:off x="0" y="0"/>
          <a:ext cx="0" cy="0"/>
          <a:chOff x="0" y="0"/>
          <a:chExt cx="0" cy="0"/>
        </a:xfrm>
      </p:grpSpPr>
      <p:sp>
        <p:nvSpPr>
          <p:cNvPr id="841" name="Google Shape;841;p102"/>
          <p:cNvSpPr/>
          <p:nvPr/>
        </p:nvSpPr>
        <p:spPr>
          <a:xfrm rot="10800000">
            <a:off x="125" y="0"/>
            <a:ext cx="7167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102"/>
          <p:cNvGrpSpPr/>
          <p:nvPr/>
        </p:nvGrpSpPr>
        <p:grpSpPr>
          <a:xfrm rot="10800000">
            <a:off x="0" y="363100"/>
            <a:ext cx="8860200" cy="4780400"/>
            <a:chOff x="283800" y="0"/>
            <a:chExt cx="8860200" cy="4780400"/>
          </a:xfrm>
        </p:grpSpPr>
        <p:cxnSp>
          <p:nvCxnSpPr>
            <p:cNvPr id="843" name="Google Shape;843;p102"/>
            <p:cNvCxnSpPr/>
            <p:nvPr/>
          </p:nvCxnSpPr>
          <p:spPr>
            <a:xfrm>
              <a:off x="4273200" y="4780400"/>
              <a:ext cx="4870800" cy="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02"/>
            <p:cNvCxnSpPr/>
            <p:nvPr/>
          </p:nvCxnSpPr>
          <p:spPr>
            <a:xfrm rot="10800000">
              <a:off x="283800" y="0"/>
              <a:ext cx="0" cy="4131000"/>
            </a:xfrm>
            <a:prstGeom prst="straightConnector1">
              <a:avLst/>
            </a:prstGeom>
            <a:noFill/>
            <a:ln w="9525" cap="flat" cmpd="sng">
              <a:solidFill>
                <a:schemeClr val="dk1"/>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46.xml"/><Relationship Id="rId18" Type="http://schemas.openxmlformats.org/officeDocument/2006/relationships/slideLayout" Target="../slideLayouts/slideLayout51.xml"/><Relationship Id="rId26" Type="http://schemas.openxmlformats.org/officeDocument/2006/relationships/slideLayout" Target="../slideLayouts/slideLayout59.xml"/><Relationship Id="rId3" Type="http://schemas.openxmlformats.org/officeDocument/2006/relationships/slideLayout" Target="../slideLayouts/slideLayout36.xml"/><Relationship Id="rId21" Type="http://schemas.openxmlformats.org/officeDocument/2006/relationships/slideLayout" Target="../slideLayouts/slideLayout54.xml"/><Relationship Id="rId34" Type="http://schemas.openxmlformats.org/officeDocument/2006/relationships/theme" Target="../theme/theme2.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slideLayout" Target="../slideLayouts/slideLayout50.xml"/><Relationship Id="rId25" Type="http://schemas.openxmlformats.org/officeDocument/2006/relationships/slideLayout" Target="../slideLayouts/slideLayout58.xml"/><Relationship Id="rId33" Type="http://schemas.openxmlformats.org/officeDocument/2006/relationships/slideLayout" Target="../slideLayouts/slideLayout66.xml"/><Relationship Id="rId2" Type="http://schemas.openxmlformats.org/officeDocument/2006/relationships/slideLayout" Target="../slideLayouts/slideLayout35.xml"/><Relationship Id="rId16" Type="http://schemas.openxmlformats.org/officeDocument/2006/relationships/slideLayout" Target="../slideLayouts/slideLayout49.xml"/><Relationship Id="rId20" Type="http://schemas.openxmlformats.org/officeDocument/2006/relationships/slideLayout" Target="../slideLayouts/slideLayout53.xml"/><Relationship Id="rId29" Type="http://schemas.openxmlformats.org/officeDocument/2006/relationships/slideLayout" Target="../slideLayouts/slideLayout62.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24" Type="http://schemas.openxmlformats.org/officeDocument/2006/relationships/slideLayout" Target="../slideLayouts/slideLayout57.xml"/><Relationship Id="rId32" Type="http://schemas.openxmlformats.org/officeDocument/2006/relationships/slideLayout" Target="../slideLayouts/slideLayout65.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23" Type="http://schemas.openxmlformats.org/officeDocument/2006/relationships/slideLayout" Target="../slideLayouts/slideLayout56.xml"/><Relationship Id="rId28" Type="http://schemas.openxmlformats.org/officeDocument/2006/relationships/slideLayout" Target="../slideLayouts/slideLayout61.xml"/><Relationship Id="rId10" Type="http://schemas.openxmlformats.org/officeDocument/2006/relationships/slideLayout" Target="../slideLayouts/slideLayout43.xml"/><Relationship Id="rId19" Type="http://schemas.openxmlformats.org/officeDocument/2006/relationships/slideLayout" Target="../slideLayouts/slideLayout52.xml"/><Relationship Id="rId31" Type="http://schemas.openxmlformats.org/officeDocument/2006/relationships/slideLayout" Target="../slideLayouts/slideLayout64.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 Id="rId22" Type="http://schemas.openxmlformats.org/officeDocument/2006/relationships/slideLayout" Target="../slideLayouts/slideLayout55.xml"/><Relationship Id="rId27" Type="http://schemas.openxmlformats.org/officeDocument/2006/relationships/slideLayout" Target="../slideLayouts/slideLayout60.xml"/><Relationship Id="rId30" Type="http://schemas.openxmlformats.org/officeDocument/2006/relationships/slideLayout" Target="../slideLayouts/slideLayout63.xml"/><Relationship Id="rId8" Type="http://schemas.openxmlformats.org/officeDocument/2006/relationships/slideLayout" Target="../slideLayouts/slideLayout4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79.xml"/><Relationship Id="rId18" Type="http://schemas.openxmlformats.org/officeDocument/2006/relationships/slideLayout" Target="../slideLayouts/slideLayout84.xml"/><Relationship Id="rId26" Type="http://schemas.openxmlformats.org/officeDocument/2006/relationships/slideLayout" Target="../slideLayouts/slideLayout92.xml"/><Relationship Id="rId3" Type="http://schemas.openxmlformats.org/officeDocument/2006/relationships/slideLayout" Target="../slideLayouts/slideLayout69.xml"/><Relationship Id="rId21" Type="http://schemas.openxmlformats.org/officeDocument/2006/relationships/slideLayout" Target="../slideLayouts/slideLayout87.xml"/><Relationship Id="rId34" Type="http://schemas.openxmlformats.org/officeDocument/2006/relationships/theme" Target="../theme/theme3.xml"/><Relationship Id="rId7" Type="http://schemas.openxmlformats.org/officeDocument/2006/relationships/slideLayout" Target="../slideLayouts/slideLayout73.xml"/><Relationship Id="rId12" Type="http://schemas.openxmlformats.org/officeDocument/2006/relationships/slideLayout" Target="../slideLayouts/slideLayout78.xml"/><Relationship Id="rId17" Type="http://schemas.openxmlformats.org/officeDocument/2006/relationships/slideLayout" Target="../slideLayouts/slideLayout83.xml"/><Relationship Id="rId25" Type="http://schemas.openxmlformats.org/officeDocument/2006/relationships/slideLayout" Target="../slideLayouts/slideLayout91.xml"/><Relationship Id="rId33" Type="http://schemas.openxmlformats.org/officeDocument/2006/relationships/slideLayout" Target="../slideLayouts/slideLayout99.xml"/><Relationship Id="rId2" Type="http://schemas.openxmlformats.org/officeDocument/2006/relationships/slideLayout" Target="../slideLayouts/slideLayout68.xml"/><Relationship Id="rId16" Type="http://schemas.openxmlformats.org/officeDocument/2006/relationships/slideLayout" Target="../slideLayouts/slideLayout82.xml"/><Relationship Id="rId20" Type="http://schemas.openxmlformats.org/officeDocument/2006/relationships/slideLayout" Target="../slideLayouts/slideLayout86.xml"/><Relationship Id="rId29" Type="http://schemas.openxmlformats.org/officeDocument/2006/relationships/slideLayout" Target="../slideLayouts/slideLayout95.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24" Type="http://schemas.openxmlformats.org/officeDocument/2006/relationships/slideLayout" Target="../slideLayouts/slideLayout90.xml"/><Relationship Id="rId32" Type="http://schemas.openxmlformats.org/officeDocument/2006/relationships/slideLayout" Target="../slideLayouts/slideLayout98.xml"/><Relationship Id="rId5" Type="http://schemas.openxmlformats.org/officeDocument/2006/relationships/slideLayout" Target="../slideLayouts/slideLayout71.xml"/><Relationship Id="rId15" Type="http://schemas.openxmlformats.org/officeDocument/2006/relationships/slideLayout" Target="../slideLayouts/slideLayout81.xml"/><Relationship Id="rId23" Type="http://schemas.openxmlformats.org/officeDocument/2006/relationships/slideLayout" Target="../slideLayouts/slideLayout89.xml"/><Relationship Id="rId28" Type="http://schemas.openxmlformats.org/officeDocument/2006/relationships/slideLayout" Target="../slideLayouts/slideLayout94.xml"/><Relationship Id="rId10" Type="http://schemas.openxmlformats.org/officeDocument/2006/relationships/slideLayout" Target="../slideLayouts/slideLayout76.xml"/><Relationship Id="rId19" Type="http://schemas.openxmlformats.org/officeDocument/2006/relationships/slideLayout" Target="../slideLayouts/slideLayout85.xml"/><Relationship Id="rId31" Type="http://schemas.openxmlformats.org/officeDocument/2006/relationships/slideLayout" Target="../slideLayouts/slideLayout97.xml"/><Relationship Id="rId4" Type="http://schemas.openxmlformats.org/officeDocument/2006/relationships/slideLayout" Target="../slideLayouts/slideLayout70.xml"/><Relationship Id="rId9" Type="http://schemas.openxmlformats.org/officeDocument/2006/relationships/slideLayout" Target="../slideLayouts/slideLayout75.xml"/><Relationship Id="rId14" Type="http://schemas.openxmlformats.org/officeDocument/2006/relationships/slideLayout" Target="../slideLayouts/slideLayout80.xml"/><Relationship Id="rId22" Type="http://schemas.openxmlformats.org/officeDocument/2006/relationships/slideLayout" Target="../slideLayouts/slideLayout88.xml"/><Relationship Id="rId27" Type="http://schemas.openxmlformats.org/officeDocument/2006/relationships/slideLayout" Target="../slideLayouts/slideLayout93.xml"/><Relationship Id="rId30" Type="http://schemas.openxmlformats.org/officeDocument/2006/relationships/slideLayout" Target="../slideLayouts/slideLayout96.xml"/><Relationship Id="rId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7" name="Google Shape;7;p1"/>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
        <p:nvSpPr>
          <p:cNvPr id="8" name="Google Shape;8;p1"/>
          <p:cNvSpPr txBox="1">
            <a:spLocks noGrp="1"/>
          </p:cNvSpPr>
          <p:nvPr>
            <p:ph type="sldNum" idx="12"/>
          </p:nvPr>
        </p:nvSpPr>
        <p:spPr>
          <a:xfrm>
            <a:off x="8556784" y="47498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dk1"/>
                </a:solidFill>
                <a:latin typeface="Commissioner"/>
                <a:ea typeface="Commissioner"/>
                <a:cs typeface="Commissioner"/>
                <a:sym typeface="Commissioner"/>
              </a:defRPr>
            </a:lvl1pPr>
            <a:lvl2pPr lvl="1" algn="r">
              <a:buNone/>
              <a:defRPr sz="1300">
                <a:solidFill>
                  <a:schemeClr val="dk1"/>
                </a:solidFill>
                <a:latin typeface="Commissioner"/>
                <a:ea typeface="Commissioner"/>
                <a:cs typeface="Commissioner"/>
                <a:sym typeface="Commissioner"/>
              </a:defRPr>
            </a:lvl2pPr>
            <a:lvl3pPr lvl="2" algn="r">
              <a:buNone/>
              <a:defRPr sz="1300">
                <a:solidFill>
                  <a:schemeClr val="dk1"/>
                </a:solidFill>
                <a:latin typeface="Commissioner"/>
                <a:ea typeface="Commissioner"/>
                <a:cs typeface="Commissioner"/>
                <a:sym typeface="Commissioner"/>
              </a:defRPr>
            </a:lvl3pPr>
            <a:lvl4pPr lvl="3" algn="r">
              <a:buNone/>
              <a:defRPr sz="1300">
                <a:solidFill>
                  <a:schemeClr val="dk1"/>
                </a:solidFill>
                <a:latin typeface="Commissioner"/>
                <a:ea typeface="Commissioner"/>
                <a:cs typeface="Commissioner"/>
                <a:sym typeface="Commissioner"/>
              </a:defRPr>
            </a:lvl4pPr>
            <a:lvl5pPr lvl="4" algn="r">
              <a:buNone/>
              <a:defRPr sz="1300">
                <a:solidFill>
                  <a:schemeClr val="dk1"/>
                </a:solidFill>
                <a:latin typeface="Commissioner"/>
                <a:ea typeface="Commissioner"/>
                <a:cs typeface="Commissioner"/>
                <a:sym typeface="Commissioner"/>
              </a:defRPr>
            </a:lvl5pPr>
            <a:lvl6pPr lvl="5" algn="r">
              <a:buNone/>
              <a:defRPr sz="1300">
                <a:solidFill>
                  <a:schemeClr val="dk1"/>
                </a:solidFill>
                <a:latin typeface="Commissioner"/>
                <a:ea typeface="Commissioner"/>
                <a:cs typeface="Commissioner"/>
                <a:sym typeface="Commissioner"/>
              </a:defRPr>
            </a:lvl6pPr>
            <a:lvl7pPr lvl="6" algn="r">
              <a:buNone/>
              <a:defRPr sz="1300">
                <a:solidFill>
                  <a:schemeClr val="dk1"/>
                </a:solidFill>
                <a:latin typeface="Commissioner"/>
                <a:ea typeface="Commissioner"/>
                <a:cs typeface="Commissioner"/>
                <a:sym typeface="Commissioner"/>
              </a:defRPr>
            </a:lvl7pPr>
            <a:lvl8pPr lvl="7" algn="r">
              <a:buNone/>
              <a:defRPr sz="1300">
                <a:solidFill>
                  <a:schemeClr val="dk1"/>
                </a:solidFill>
                <a:latin typeface="Commissioner"/>
                <a:ea typeface="Commissioner"/>
                <a:cs typeface="Commissioner"/>
                <a:sym typeface="Commissioner"/>
              </a:defRPr>
            </a:lvl8pPr>
            <a:lvl9pPr lvl="8" algn="r">
              <a:buNone/>
              <a:defRPr sz="1300">
                <a:solidFill>
                  <a:schemeClr val="dk1"/>
                </a:solidFill>
                <a:latin typeface="Commissioner"/>
                <a:ea typeface="Commissioner"/>
                <a:cs typeface="Commissioner"/>
                <a:sym typeface="Commissioner"/>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07"/>
        <p:cNvGrpSpPr/>
        <p:nvPr/>
      </p:nvGrpSpPr>
      <p:grpSpPr>
        <a:xfrm>
          <a:off x="0" y="0"/>
          <a:ext cx="0" cy="0"/>
          <a:chOff x="0" y="0"/>
          <a:chExt cx="0" cy="0"/>
        </a:xfrm>
      </p:grpSpPr>
      <p:sp>
        <p:nvSpPr>
          <p:cNvPr id="308" name="Google Shape;308;p35"/>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309" name="Google Shape;309;p35"/>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 id="2147483693" r:id="rId13"/>
    <p:sldLayoutId id="2147483694" r:id="rId14"/>
    <p:sldLayoutId id="2147483695" r:id="rId15"/>
    <p:sldLayoutId id="2147483696" r:id="rId16"/>
    <p:sldLayoutId id="2147483697" r:id="rId17"/>
    <p:sldLayoutId id="2147483698" r:id="rId18"/>
    <p:sldLayoutId id="2147483699" r:id="rId19"/>
    <p:sldLayoutId id="2147483700" r:id="rId20"/>
    <p:sldLayoutId id="2147483701" r:id="rId21"/>
    <p:sldLayoutId id="2147483702" r:id="rId22"/>
    <p:sldLayoutId id="2147483703" r:id="rId23"/>
    <p:sldLayoutId id="2147483704" r:id="rId24"/>
    <p:sldLayoutId id="2147483705" r:id="rId25"/>
    <p:sldLayoutId id="2147483706" r:id="rId26"/>
    <p:sldLayoutId id="2147483707" r:id="rId27"/>
    <p:sldLayoutId id="2147483708" r:id="rId28"/>
    <p:sldLayoutId id="2147483709" r:id="rId29"/>
    <p:sldLayoutId id="2147483710" r:id="rId30"/>
    <p:sldLayoutId id="2147483711" r:id="rId31"/>
    <p:sldLayoutId id="2147483712" r:id="rId32"/>
    <p:sldLayoutId id="2147483713" r:id="rId3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76"/>
        <p:cNvGrpSpPr/>
        <p:nvPr/>
      </p:nvGrpSpPr>
      <p:grpSpPr>
        <a:xfrm>
          <a:off x="0" y="0"/>
          <a:ext cx="0" cy="0"/>
          <a:chOff x="0" y="0"/>
          <a:chExt cx="0" cy="0"/>
        </a:xfrm>
      </p:grpSpPr>
      <p:sp>
        <p:nvSpPr>
          <p:cNvPr id="577" name="Google Shape;577;p69"/>
          <p:cNvSpPr txBox="1">
            <a:spLocks noGrp="1"/>
          </p:cNvSpPr>
          <p:nvPr>
            <p:ph type="title"/>
          </p:nvPr>
        </p:nvSpPr>
        <p:spPr>
          <a:xfrm>
            <a:off x="713225" y="470650"/>
            <a:ext cx="7717500" cy="5499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1pPr>
            <a:lvl2pPr lvl="1"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2pPr>
            <a:lvl3pPr lvl="2"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3pPr>
            <a:lvl4pPr lvl="3"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4pPr>
            <a:lvl5pPr lvl="4"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5pPr>
            <a:lvl6pPr lvl="5"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6pPr>
            <a:lvl7pPr lvl="6"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7pPr>
            <a:lvl8pPr lvl="7"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8pPr>
            <a:lvl9pPr lvl="8" algn="ctr">
              <a:spcBef>
                <a:spcPts val="0"/>
              </a:spcBef>
              <a:spcAft>
                <a:spcPts val="0"/>
              </a:spcAft>
              <a:buClr>
                <a:schemeClr val="dk1"/>
              </a:buClr>
              <a:buSzPts val="3100"/>
              <a:buFont typeface="Golos Text"/>
              <a:buNone/>
              <a:defRPr sz="3100">
                <a:solidFill>
                  <a:schemeClr val="dk1"/>
                </a:solidFill>
                <a:latin typeface="Golos Text"/>
                <a:ea typeface="Golos Text"/>
                <a:cs typeface="Golos Text"/>
                <a:sym typeface="Golos Text"/>
              </a:defRPr>
            </a:lvl9pPr>
          </a:lstStyle>
          <a:p>
            <a:endParaRPr/>
          </a:p>
        </p:txBody>
      </p:sp>
      <p:sp>
        <p:nvSpPr>
          <p:cNvPr id="578" name="Google Shape;578;p69"/>
          <p:cNvSpPr txBox="1">
            <a:spLocks noGrp="1"/>
          </p:cNvSpPr>
          <p:nvPr>
            <p:ph type="body" idx="1"/>
          </p:nvPr>
        </p:nvSpPr>
        <p:spPr>
          <a:xfrm>
            <a:off x="713225" y="1297400"/>
            <a:ext cx="7717500" cy="3271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1pPr>
            <a:lvl2pPr marL="914400" lvl="1"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2pPr>
            <a:lvl3pPr marL="1371600" lvl="2"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3pPr>
            <a:lvl4pPr marL="1828800" lvl="3"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4pPr>
            <a:lvl5pPr marL="2286000" lvl="4"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5pPr>
            <a:lvl6pPr marL="2743200" lvl="5"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6pPr>
            <a:lvl7pPr marL="3200400" lvl="6"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7pPr>
            <a:lvl8pPr marL="3657600" lvl="7" indent="-317500">
              <a:lnSpc>
                <a:spcPct val="115000"/>
              </a:lnSpc>
              <a:spcBef>
                <a:spcPts val="1600"/>
              </a:spcBef>
              <a:spcAft>
                <a:spcPts val="0"/>
              </a:spcAft>
              <a:buClr>
                <a:schemeClr val="dk1"/>
              </a:buClr>
              <a:buSzPts val="1400"/>
              <a:buFont typeface="Commissioner"/>
              <a:buChar char="○"/>
              <a:defRPr>
                <a:solidFill>
                  <a:schemeClr val="dk1"/>
                </a:solidFill>
                <a:latin typeface="Commissioner"/>
                <a:ea typeface="Commissioner"/>
                <a:cs typeface="Commissioner"/>
                <a:sym typeface="Commissioner"/>
              </a:defRPr>
            </a:lvl8pPr>
            <a:lvl9pPr marL="4114800" lvl="8" indent="-317500">
              <a:lnSpc>
                <a:spcPct val="115000"/>
              </a:lnSpc>
              <a:spcBef>
                <a:spcPts val="1600"/>
              </a:spcBef>
              <a:spcAft>
                <a:spcPts val="1600"/>
              </a:spcAft>
              <a:buClr>
                <a:schemeClr val="dk1"/>
              </a:buClr>
              <a:buSzPts val="1400"/>
              <a:buFont typeface="Commissioner"/>
              <a:buChar char="■"/>
              <a:defRPr>
                <a:solidFill>
                  <a:schemeClr val="dk1"/>
                </a:solidFill>
                <a:latin typeface="Commissioner"/>
                <a:ea typeface="Commissioner"/>
                <a:cs typeface="Commissioner"/>
                <a:sym typeface="Commissioner"/>
              </a:defRPr>
            </a:lvl9pPr>
          </a:lstStyle>
          <a:p>
            <a:endParaRPr/>
          </a:p>
        </p:txBody>
      </p:sp>
    </p:spTree>
  </p:cSld>
  <p:clrMap bg1="lt1" tx1="dk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 id="2147483731" r:id="rId18"/>
    <p:sldLayoutId id="2147483732" r:id="rId19"/>
    <p:sldLayoutId id="2147483733" r:id="rId20"/>
    <p:sldLayoutId id="2147483734" r:id="rId21"/>
    <p:sldLayoutId id="2147483735" r:id="rId22"/>
    <p:sldLayoutId id="2147483736" r:id="rId23"/>
    <p:sldLayoutId id="2147483737" r:id="rId24"/>
    <p:sldLayoutId id="2147483738" r:id="rId25"/>
    <p:sldLayoutId id="2147483739" r:id="rId26"/>
    <p:sldLayoutId id="2147483740" r:id="rId27"/>
    <p:sldLayoutId id="2147483741" r:id="rId28"/>
    <p:sldLayoutId id="2147483742" r:id="rId29"/>
    <p:sldLayoutId id="2147483743" r:id="rId30"/>
    <p:sldLayoutId id="2147483744" r:id="rId31"/>
    <p:sldLayoutId id="2147483745" r:id="rId32"/>
    <p:sldLayoutId id="2147483746" r:id="rId3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9.jp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4.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48"/>
        <p:cNvGrpSpPr/>
        <p:nvPr/>
      </p:nvGrpSpPr>
      <p:grpSpPr>
        <a:xfrm>
          <a:off x="0" y="0"/>
          <a:ext cx="0" cy="0"/>
          <a:chOff x="0" y="0"/>
          <a:chExt cx="0" cy="0"/>
        </a:xfrm>
      </p:grpSpPr>
      <p:sp>
        <p:nvSpPr>
          <p:cNvPr id="849" name="Google Shape;849;p103"/>
          <p:cNvSpPr txBox="1">
            <a:spLocks noGrp="1"/>
          </p:cNvSpPr>
          <p:nvPr>
            <p:ph type="ctrTitle"/>
          </p:nvPr>
        </p:nvSpPr>
        <p:spPr>
          <a:xfrm>
            <a:off x="713225" y="1332200"/>
            <a:ext cx="5004900" cy="1902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100" dirty="0"/>
              <a:t>IoT implementation using FPGA-Microcontroller communication</a:t>
            </a:r>
            <a:endParaRPr sz="2000" dirty="0"/>
          </a:p>
        </p:txBody>
      </p:sp>
      <p:sp>
        <p:nvSpPr>
          <p:cNvPr id="850" name="Google Shape;850;p103"/>
          <p:cNvSpPr txBox="1">
            <a:spLocks noGrp="1"/>
          </p:cNvSpPr>
          <p:nvPr>
            <p:ph type="subTitle" idx="1"/>
          </p:nvPr>
        </p:nvSpPr>
        <p:spPr>
          <a:xfrm>
            <a:off x="713225" y="3455400"/>
            <a:ext cx="5004900" cy="975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By Andrew Zakhary </a:t>
            </a:r>
          </a:p>
          <a:p>
            <a:pPr marL="0" lvl="0" indent="0" algn="l" rtl="0">
              <a:spcBef>
                <a:spcPts val="0"/>
              </a:spcBef>
              <a:spcAft>
                <a:spcPts val="0"/>
              </a:spcAft>
              <a:buNone/>
            </a:pPr>
            <a:r>
              <a:rPr lang="en" dirty="0"/>
              <a:t>Under supervision of Prof. Dr.-Ing. </a:t>
            </a:r>
            <a:r>
              <a:rPr lang="en-US" dirty="0"/>
              <a:t>Ali Hayek</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Google Shape;855;p104"/>
          <p:cNvSpPr/>
          <p:nvPr/>
        </p:nvSpPr>
        <p:spPr>
          <a:xfrm>
            <a:off x="5045480" y="1451000"/>
            <a:ext cx="852900" cy="3692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6" name="Google Shape;856;p104"/>
          <p:cNvGrpSpPr/>
          <p:nvPr/>
        </p:nvGrpSpPr>
        <p:grpSpPr>
          <a:xfrm>
            <a:off x="0" y="1451000"/>
            <a:ext cx="4108200" cy="3692400"/>
            <a:chOff x="0" y="1451000"/>
            <a:chExt cx="4108200" cy="3692400"/>
          </a:xfrm>
        </p:grpSpPr>
        <p:sp>
          <p:nvSpPr>
            <p:cNvPr id="857" name="Google Shape;857;p104"/>
            <p:cNvSpPr/>
            <p:nvPr/>
          </p:nvSpPr>
          <p:spPr>
            <a:xfrm>
              <a:off x="1005300" y="1451000"/>
              <a:ext cx="852900" cy="36924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58" name="Google Shape;858;p104"/>
            <p:cNvCxnSpPr/>
            <p:nvPr/>
          </p:nvCxnSpPr>
          <p:spPr>
            <a:xfrm>
              <a:off x="0" y="4797575"/>
              <a:ext cx="4108200" cy="0"/>
            </a:xfrm>
            <a:prstGeom prst="straightConnector1">
              <a:avLst/>
            </a:prstGeom>
            <a:noFill/>
            <a:ln w="9525" cap="flat" cmpd="sng">
              <a:solidFill>
                <a:schemeClr val="dk1"/>
              </a:solidFill>
              <a:prstDash val="solid"/>
              <a:round/>
              <a:headEnd type="none" w="med" len="med"/>
              <a:tailEnd type="none" w="med" len="med"/>
            </a:ln>
          </p:spPr>
        </p:cxnSp>
      </p:grpSp>
      <p:sp>
        <p:nvSpPr>
          <p:cNvPr id="859" name="Google Shape;859;p104"/>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3100"/>
              <a:t>Table of contents</a:t>
            </a:r>
            <a:endParaRPr sz="3100"/>
          </a:p>
        </p:txBody>
      </p:sp>
      <p:sp>
        <p:nvSpPr>
          <p:cNvPr id="860" name="Google Shape;860;p104"/>
          <p:cNvSpPr txBox="1">
            <a:spLocks noGrp="1"/>
          </p:cNvSpPr>
          <p:nvPr>
            <p:ph type="subTitle" idx="1"/>
          </p:nvPr>
        </p:nvSpPr>
        <p:spPr>
          <a:xfrm>
            <a:off x="1936100" y="2129352"/>
            <a:ext cx="2288700" cy="6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Importance of FPGAS, IoT and the goals of the project</a:t>
            </a:r>
            <a:endParaRPr dirty="0"/>
          </a:p>
        </p:txBody>
      </p:sp>
      <p:sp>
        <p:nvSpPr>
          <p:cNvPr id="861" name="Google Shape;861;p104"/>
          <p:cNvSpPr txBox="1">
            <a:spLocks noGrp="1"/>
          </p:cNvSpPr>
          <p:nvPr>
            <p:ph type="subTitle" idx="2"/>
          </p:nvPr>
        </p:nvSpPr>
        <p:spPr>
          <a:xfrm>
            <a:off x="1936100" y="1370275"/>
            <a:ext cx="2288700" cy="80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Motivation</a:t>
            </a:r>
            <a:endParaRPr/>
          </a:p>
        </p:txBody>
      </p:sp>
      <p:sp>
        <p:nvSpPr>
          <p:cNvPr id="862" name="Google Shape;862;p104"/>
          <p:cNvSpPr txBox="1">
            <a:spLocks noGrp="1"/>
          </p:cNvSpPr>
          <p:nvPr>
            <p:ph type="title" idx="3"/>
          </p:nvPr>
        </p:nvSpPr>
        <p:spPr>
          <a:xfrm>
            <a:off x="993600" y="1483400"/>
            <a:ext cx="876300" cy="115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863" name="Google Shape;863;p104"/>
          <p:cNvSpPr txBox="1">
            <a:spLocks noGrp="1"/>
          </p:cNvSpPr>
          <p:nvPr>
            <p:ph type="subTitle" idx="4"/>
          </p:nvPr>
        </p:nvSpPr>
        <p:spPr>
          <a:xfrm>
            <a:off x="1936100" y="3827175"/>
            <a:ext cx="2288700" cy="6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 body of the work</a:t>
            </a:r>
            <a:endParaRPr dirty="0"/>
          </a:p>
        </p:txBody>
      </p:sp>
      <p:sp>
        <p:nvSpPr>
          <p:cNvPr id="864" name="Google Shape;864;p104"/>
          <p:cNvSpPr txBox="1">
            <a:spLocks noGrp="1"/>
          </p:cNvSpPr>
          <p:nvPr>
            <p:ph type="subTitle" idx="5"/>
          </p:nvPr>
        </p:nvSpPr>
        <p:spPr>
          <a:xfrm>
            <a:off x="1936099" y="3068200"/>
            <a:ext cx="2454925" cy="80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Implementation</a:t>
            </a:r>
            <a:endParaRPr dirty="0"/>
          </a:p>
        </p:txBody>
      </p:sp>
      <p:sp>
        <p:nvSpPr>
          <p:cNvPr id="865" name="Google Shape;865;p104"/>
          <p:cNvSpPr txBox="1">
            <a:spLocks noGrp="1"/>
          </p:cNvSpPr>
          <p:nvPr>
            <p:ph type="title" idx="6"/>
          </p:nvPr>
        </p:nvSpPr>
        <p:spPr>
          <a:xfrm>
            <a:off x="993600" y="3179712"/>
            <a:ext cx="876300" cy="115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866" name="Google Shape;866;p104"/>
          <p:cNvSpPr txBox="1">
            <a:spLocks noGrp="1"/>
          </p:cNvSpPr>
          <p:nvPr>
            <p:ph type="subTitle" idx="7"/>
          </p:nvPr>
        </p:nvSpPr>
        <p:spPr>
          <a:xfrm>
            <a:off x="5969570" y="2129352"/>
            <a:ext cx="2288700" cy="6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How the work is structured </a:t>
            </a:r>
            <a:endParaRPr dirty="0"/>
          </a:p>
        </p:txBody>
      </p:sp>
      <p:sp>
        <p:nvSpPr>
          <p:cNvPr id="867" name="Google Shape;867;p104"/>
          <p:cNvSpPr txBox="1">
            <a:spLocks noGrp="1"/>
          </p:cNvSpPr>
          <p:nvPr>
            <p:ph type="subTitle" idx="8"/>
          </p:nvPr>
        </p:nvSpPr>
        <p:spPr>
          <a:xfrm>
            <a:off x="5969570" y="1370275"/>
            <a:ext cx="2288700" cy="80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Methodology</a:t>
            </a:r>
            <a:endParaRPr/>
          </a:p>
        </p:txBody>
      </p:sp>
      <p:sp>
        <p:nvSpPr>
          <p:cNvPr id="868" name="Google Shape;868;p104"/>
          <p:cNvSpPr txBox="1">
            <a:spLocks noGrp="1"/>
          </p:cNvSpPr>
          <p:nvPr>
            <p:ph type="title" idx="9"/>
          </p:nvPr>
        </p:nvSpPr>
        <p:spPr>
          <a:xfrm>
            <a:off x="5033780" y="1483400"/>
            <a:ext cx="876300" cy="115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869" name="Google Shape;869;p104"/>
          <p:cNvSpPr txBox="1">
            <a:spLocks noGrp="1"/>
          </p:cNvSpPr>
          <p:nvPr>
            <p:ph type="subTitle" idx="13"/>
          </p:nvPr>
        </p:nvSpPr>
        <p:spPr>
          <a:xfrm>
            <a:off x="5969570" y="3827175"/>
            <a:ext cx="2288700" cy="64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Importance of the results and future outlook</a:t>
            </a:r>
            <a:endParaRPr dirty="0"/>
          </a:p>
        </p:txBody>
      </p:sp>
      <p:sp>
        <p:nvSpPr>
          <p:cNvPr id="870" name="Google Shape;870;p104"/>
          <p:cNvSpPr txBox="1">
            <a:spLocks noGrp="1"/>
          </p:cNvSpPr>
          <p:nvPr>
            <p:ph type="subTitle" idx="14"/>
          </p:nvPr>
        </p:nvSpPr>
        <p:spPr>
          <a:xfrm>
            <a:off x="5969570" y="3068200"/>
            <a:ext cx="2288700" cy="8031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Discussion</a:t>
            </a:r>
            <a:endParaRPr/>
          </a:p>
        </p:txBody>
      </p:sp>
      <p:sp>
        <p:nvSpPr>
          <p:cNvPr id="871" name="Google Shape;871;p104"/>
          <p:cNvSpPr txBox="1">
            <a:spLocks noGrp="1"/>
          </p:cNvSpPr>
          <p:nvPr>
            <p:ph type="title" idx="15"/>
          </p:nvPr>
        </p:nvSpPr>
        <p:spPr>
          <a:xfrm>
            <a:off x="5033780" y="3179712"/>
            <a:ext cx="876300" cy="11529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grpSp>
        <p:nvGrpSpPr>
          <p:cNvPr id="876" name="Google Shape;876;p105"/>
          <p:cNvGrpSpPr/>
          <p:nvPr/>
        </p:nvGrpSpPr>
        <p:grpSpPr>
          <a:xfrm>
            <a:off x="0" y="0"/>
            <a:ext cx="2473800" cy="4131000"/>
            <a:chOff x="0" y="0"/>
            <a:chExt cx="2473800" cy="4131000"/>
          </a:xfrm>
        </p:grpSpPr>
        <p:sp>
          <p:nvSpPr>
            <p:cNvPr id="877" name="Google Shape;877;p105"/>
            <p:cNvSpPr/>
            <p:nvPr/>
          </p:nvSpPr>
          <p:spPr>
            <a:xfrm>
              <a:off x="0" y="1012500"/>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78" name="Google Shape;878;p105"/>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879" name="Google Shape;879;p105"/>
          <p:cNvSpPr txBox="1">
            <a:spLocks noGrp="1"/>
          </p:cNvSpPr>
          <p:nvPr>
            <p:ph type="title"/>
          </p:nvPr>
        </p:nvSpPr>
        <p:spPr>
          <a:xfrm>
            <a:off x="1512075" y="2036300"/>
            <a:ext cx="3205200"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Motivation</a:t>
            </a:r>
            <a:endParaRPr/>
          </a:p>
        </p:txBody>
      </p:sp>
      <p:sp>
        <p:nvSpPr>
          <p:cNvPr id="880" name="Google Shape;880;p105"/>
          <p:cNvSpPr txBox="1">
            <a:spLocks noGrp="1"/>
          </p:cNvSpPr>
          <p:nvPr>
            <p:ph type="title" idx="2"/>
          </p:nvPr>
        </p:nvSpPr>
        <p:spPr>
          <a:xfrm>
            <a:off x="1512075" y="1012500"/>
            <a:ext cx="1076100" cy="87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sp>
        <p:nvSpPr>
          <p:cNvPr id="881" name="Google Shape;881;p105"/>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t>Importance of FPGAS, IoT and the goals of the project</a:t>
            </a:r>
          </a:p>
        </p:txBody>
      </p:sp>
      <p:sp>
        <p:nvSpPr>
          <p:cNvPr id="882" name="Google Shape;882;p105"/>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08"/>
          <p:cNvSpPr txBox="1">
            <a:spLocks noGrp="1"/>
          </p:cNvSpPr>
          <p:nvPr>
            <p:ph type="body" idx="1"/>
          </p:nvPr>
        </p:nvSpPr>
        <p:spPr>
          <a:xfrm>
            <a:off x="713224" y="1630850"/>
            <a:ext cx="4241161"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11.5 Billion devices in 2022.</a:t>
            </a:r>
          </a:p>
          <a:p>
            <a:pPr marL="457200" lvl="0" indent="-330200" algn="l" rtl="0">
              <a:lnSpc>
                <a:spcPct val="200000"/>
              </a:lnSpc>
              <a:spcBef>
                <a:spcPts val="0"/>
              </a:spcBef>
              <a:spcAft>
                <a:spcPts val="0"/>
              </a:spcAft>
              <a:buSzPts val="1600"/>
              <a:buChar char="■"/>
            </a:pPr>
            <a:r>
              <a:rPr lang="en-US" sz="1600" dirty="0"/>
              <a:t>Low-powered wireless devices</a:t>
            </a:r>
          </a:p>
          <a:p>
            <a:pPr marL="457200" lvl="0" indent="-330200" algn="l" rtl="0">
              <a:lnSpc>
                <a:spcPct val="200000"/>
              </a:lnSpc>
              <a:spcBef>
                <a:spcPts val="0"/>
              </a:spcBef>
              <a:spcAft>
                <a:spcPts val="0"/>
              </a:spcAft>
              <a:buSzPts val="1600"/>
              <a:buChar char="■"/>
            </a:pPr>
            <a:r>
              <a:rPr lang="en-US" sz="1600" dirty="0"/>
              <a:t>Non hierarchical structure</a:t>
            </a:r>
          </a:p>
          <a:p>
            <a:pPr marL="457200" lvl="0" indent="-330200" algn="l" rtl="0">
              <a:lnSpc>
                <a:spcPct val="200000"/>
              </a:lnSpc>
              <a:spcBef>
                <a:spcPts val="0"/>
              </a:spcBef>
              <a:spcAft>
                <a:spcPts val="0"/>
              </a:spcAft>
              <a:buSzPts val="1600"/>
              <a:buChar char="■"/>
            </a:pPr>
            <a:r>
              <a:rPr lang="en-US" sz="1600" dirty="0"/>
              <a:t>Multiple protocols </a:t>
            </a:r>
            <a:endParaRPr lang="en-GB" sz="1600" dirty="0"/>
          </a:p>
        </p:txBody>
      </p:sp>
      <p:sp>
        <p:nvSpPr>
          <p:cNvPr id="909" name="Google Shape;909;p108"/>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IoT</a:t>
            </a:r>
            <a:endParaRPr dirty="0"/>
          </a:p>
        </p:txBody>
      </p:sp>
      <p:sp>
        <p:nvSpPr>
          <p:cNvPr id="910" name="Google Shape;910;p108"/>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4</a:t>
            </a:fld>
            <a:endParaRPr/>
          </a:p>
        </p:txBody>
      </p:sp>
      <p:pic>
        <p:nvPicPr>
          <p:cNvPr id="11" name="Grafik 10" descr="Ein Bild, das Kreis, Kunst, Licht enthält.&#10;&#10;KI-generierte Inhalte können fehlerhaft sein.">
            <a:extLst>
              <a:ext uri="{FF2B5EF4-FFF2-40B4-BE49-F238E27FC236}">
                <a16:creationId xmlns:a16="http://schemas.microsoft.com/office/drawing/2014/main" id="{9E9C3474-A7EC-09B4-A88D-93FFC7FA760B}"/>
              </a:ext>
            </a:extLst>
          </p:cNvPr>
          <p:cNvPicPr>
            <a:picLocks noChangeAspect="1"/>
          </p:cNvPicPr>
          <p:nvPr/>
        </p:nvPicPr>
        <p:blipFill>
          <a:blip r:embed="rId3"/>
          <a:stretch>
            <a:fillRect/>
          </a:stretch>
        </p:blipFill>
        <p:spPr>
          <a:xfrm>
            <a:off x="4736107" y="1333500"/>
            <a:ext cx="4286250" cy="2476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96"/>
        <p:cNvGrpSpPr/>
        <p:nvPr/>
      </p:nvGrpSpPr>
      <p:grpSpPr>
        <a:xfrm>
          <a:off x="0" y="0"/>
          <a:ext cx="0" cy="0"/>
          <a:chOff x="0" y="0"/>
          <a:chExt cx="0" cy="0"/>
        </a:xfrm>
      </p:grpSpPr>
      <p:sp>
        <p:nvSpPr>
          <p:cNvPr id="897" name="Google Shape;897;p107"/>
          <p:cNvSpPr txBox="1">
            <a:spLocks noGrp="1"/>
          </p:cNvSpPr>
          <p:nvPr>
            <p:ph type="body" idx="1"/>
          </p:nvPr>
        </p:nvSpPr>
        <p:spPr>
          <a:xfrm>
            <a:off x="713225" y="1585925"/>
            <a:ext cx="3601080" cy="2190300"/>
          </a:xfrm>
          <a:prstGeom prst="rect">
            <a:avLst/>
          </a:prstGeom>
        </p:spPr>
        <p:txBody>
          <a:bodyPr spcFirstLastPara="1" wrap="square" lIns="91425" tIns="91425" rIns="91425" bIns="91425" anchor="t" anchorCtr="0">
            <a:noAutofit/>
          </a:bodyPr>
          <a:lstStyle/>
          <a:p>
            <a:pPr marL="457200" lvl="0" indent="-342900" algn="l" rtl="0">
              <a:lnSpc>
                <a:spcPct val="200000"/>
              </a:lnSpc>
              <a:spcBef>
                <a:spcPts val="0"/>
              </a:spcBef>
              <a:spcAft>
                <a:spcPts val="0"/>
              </a:spcAft>
              <a:buSzPts val="1800"/>
              <a:buChar char="■"/>
            </a:pPr>
            <a:r>
              <a:rPr lang="en-US" sz="1800" dirty="0"/>
              <a:t>Matrix of CLBs</a:t>
            </a:r>
          </a:p>
          <a:p>
            <a:pPr marL="457200" lvl="0" indent="-342900" algn="l" rtl="0">
              <a:lnSpc>
                <a:spcPct val="200000"/>
              </a:lnSpc>
              <a:spcBef>
                <a:spcPts val="0"/>
              </a:spcBef>
              <a:spcAft>
                <a:spcPts val="0"/>
              </a:spcAft>
              <a:buSzPts val="1800"/>
              <a:buChar char="■"/>
            </a:pPr>
            <a:r>
              <a:rPr lang="en-US" sz="1800" dirty="0"/>
              <a:t>Reprogrammable</a:t>
            </a:r>
          </a:p>
          <a:p>
            <a:pPr marL="457200" lvl="0" indent="-342900" algn="l" rtl="0">
              <a:lnSpc>
                <a:spcPct val="200000"/>
              </a:lnSpc>
              <a:spcBef>
                <a:spcPts val="0"/>
              </a:spcBef>
              <a:spcAft>
                <a:spcPts val="0"/>
              </a:spcAft>
              <a:buSzPts val="1800"/>
              <a:buChar char="■"/>
            </a:pPr>
            <a:r>
              <a:rPr lang="en-US" sz="1800" dirty="0"/>
              <a:t>Useful for prototyping</a:t>
            </a:r>
            <a:endParaRPr sz="1800" dirty="0"/>
          </a:p>
        </p:txBody>
      </p:sp>
      <p:sp>
        <p:nvSpPr>
          <p:cNvPr id="898" name="Google Shape;898;p107"/>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FPGAS</a:t>
            </a:r>
          </a:p>
        </p:txBody>
      </p:sp>
      <p:sp>
        <p:nvSpPr>
          <p:cNvPr id="901" name="Google Shape;901;p107"/>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5</a:t>
            </a:fld>
            <a:endParaRPr/>
          </a:p>
        </p:txBody>
      </p:sp>
      <p:sp>
        <p:nvSpPr>
          <p:cNvPr id="903" name="Google Shape;903;p107"/>
          <p:cNvSpPr txBox="1"/>
          <p:nvPr/>
        </p:nvSpPr>
        <p:spPr>
          <a:xfrm>
            <a:off x="367182" y="5019551"/>
            <a:ext cx="8148900" cy="123900"/>
          </a:xfrm>
          <a:prstGeom prst="rect">
            <a:avLst/>
          </a:prstGeom>
          <a:noFill/>
          <a:ln>
            <a:noFill/>
          </a:ln>
        </p:spPr>
        <p:txBody>
          <a:bodyPr spcFirstLastPara="1" wrap="square" lIns="91425" tIns="91425" rIns="91425" bIns="91425" anchor="ctr" anchorCtr="0">
            <a:noAutofit/>
          </a:bodyPr>
          <a:lstStyle/>
          <a:p>
            <a:pPr marL="457200" lvl="0" indent="-292100" algn="l" rtl="0">
              <a:spcBef>
                <a:spcPts val="0"/>
              </a:spcBef>
              <a:spcAft>
                <a:spcPts val="0"/>
              </a:spcAft>
              <a:buClr>
                <a:schemeClr val="dk1"/>
              </a:buClr>
              <a:buSzPts val="1000"/>
              <a:buFont typeface="Commissioner"/>
              <a:buAutoNum type="arabicParenBoth"/>
            </a:pPr>
            <a:endParaRPr sz="900" dirty="0">
              <a:solidFill>
                <a:schemeClr val="dk1"/>
              </a:solidFill>
              <a:latin typeface="+mj-lt"/>
              <a:ea typeface="Commissioner"/>
              <a:cs typeface="Commissioner"/>
              <a:sym typeface="Commissioner"/>
            </a:endParaRPr>
          </a:p>
        </p:txBody>
      </p:sp>
      <p:pic>
        <p:nvPicPr>
          <p:cNvPr id="4" name="Grafik 3" descr="Ein Bild, das Text, Screenshot, Diagramm, Rechteck enthält.&#10;&#10;KI-generierte Inhalte können fehlerhaft sein.">
            <a:extLst>
              <a:ext uri="{FF2B5EF4-FFF2-40B4-BE49-F238E27FC236}">
                <a16:creationId xmlns:a16="http://schemas.microsoft.com/office/drawing/2014/main" id="{CA040C48-A536-F205-11F3-69C26D687718}"/>
              </a:ext>
            </a:extLst>
          </p:cNvPr>
          <p:cNvPicPr>
            <a:picLocks noChangeAspect="1"/>
          </p:cNvPicPr>
          <p:nvPr/>
        </p:nvPicPr>
        <p:blipFill>
          <a:blip r:embed="rId3"/>
          <a:stretch>
            <a:fillRect/>
          </a:stretch>
        </p:blipFill>
        <p:spPr>
          <a:xfrm>
            <a:off x="5105634" y="1015355"/>
            <a:ext cx="3325091" cy="33250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CEF26FC5-B61A-B1AF-46AE-F6E661974166}"/>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C6143D1F-7940-BD0B-B6BA-E4BE99ED8694}"/>
              </a:ext>
            </a:extLst>
          </p:cNvPr>
          <p:cNvSpPr txBox="1">
            <a:spLocks noGrp="1"/>
          </p:cNvSpPr>
          <p:nvPr>
            <p:ph type="body" idx="1"/>
          </p:nvPr>
        </p:nvSpPr>
        <p:spPr>
          <a:xfrm>
            <a:off x="713224" y="1630850"/>
            <a:ext cx="4241161"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FPGA-Microcontroller IoT network</a:t>
            </a:r>
          </a:p>
          <a:p>
            <a:pPr marL="457200" lvl="0" indent="-330200" algn="l" rtl="0">
              <a:lnSpc>
                <a:spcPct val="200000"/>
              </a:lnSpc>
              <a:spcBef>
                <a:spcPts val="0"/>
              </a:spcBef>
              <a:spcAft>
                <a:spcPts val="0"/>
              </a:spcAft>
              <a:buSzPts val="1600"/>
              <a:buChar char="■"/>
            </a:pPr>
            <a:r>
              <a:rPr lang="en-US" sz="1600" dirty="0"/>
              <a:t>Multiple protocols implemented</a:t>
            </a:r>
          </a:p>
          <a:p>
            <a:pPr marL="457200" lvl="0" indent="-330200" algn="l" rtl="0">
              <a:lnSpc>
                <a:spcPct val="200000"/>
              </a:lnSpc>
              <a:spcBef>
                <a:spcPts val="0"/>
              </a:spcBef>
              <a:spcAft>
                <a:spcPts val="0"/>
              </a:spcAft>
              <a:buSzPts val="1600"/>
              <a:buChar char="■"/>
            </a:pPr>
            <a:r>
              <a:rPr lang="en-US" sz="1600" dirty="0"/>
              <a:t>Simulate industrial environment</a:t>
            </a:r>
            <a:endParaRPr lang="en-GB" sz="1600" dirty="0"/>
          </a:p>
        </p:txBody>
      </p:sp>
      <p:sp>
        <p:nvSpPr>
          <p:cNvPr id="909" name="Google Shape;909;p108">
            <a:extLst>
              <a:ext uri="{FF2B5EF4-FFF2-40B4-BE49-F238E27FC236}">
                <a16:creationId xmlns:a16="http://schemas.microsoft.com/office/drawing/2014/main" id="{5165441B-40F4-3144-6422-6ABE66FF2C57}"/>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Motivation</a:t>
            </a:r>
            <a:endParaRPr dirty="0"/>
          </a:p>
        </p:txBody>
      </p:sp>
      <p:sp>
        <p:nvSpPr>
          <p:cNvPr id="910" name="Google Shape;910;p108">
            <a:extLst>
              <a:ext uri="{FF2B5EF4-FFF2-40B4-BE49-F238E27FC236}">
                <a16:creationId xmlns:a16="http://schemas.microsoft.com/office/drawing/2014/main" id="{AF4A51D5-2840-A851-BB91-6DDF8C7CE3A5}"/>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6</a:t>
            </a:fld>
            <a:endParaRPr/>
          </a:p>
        </p:txBody>
      </p:sp>
    </p:spTree>
    <p:extLst>
      <p:ext uri="{BB962C8B-B14F-4D97-AF65-F5344CB8AC3E}">
        <p14:creationId xmlns:p14="http://schemas.microsoft.com/office/powerpoint/2010/main" val="44643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grpSp>
        <p:nvGrpSpPr>
          <p:cNvPr id="916" name="Google Shape;916;p109"/>
          <p:cNvGrpSpPr/>
          <p:nvPr/>
        </p:nvGrpSpPr>
        <p:grpSpPr>
          <a:xfrm>
            <a:off x="0" y="0"/>
            <a:ext cx="2473800" cy="4131000"/>
            <a:chOff x="0" y="0"/>
            <a:chExt cx="2473800" cy="4131000"/>
          </a:xfrm>
        </p:grpSpPr>
        <p:sp>
          <p:nvSpPr>
            <p:cNvPr id="917" name="Google Shape;917;p109"/>
            <p:cNvSpPr/>
            <p:nvPr/>
          </p:nvSpPr>
          <p:spPr>
            <a:xfrm>
              <a:off x="0" y="1012500"/>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18" name="Google Shape;918;p109"/>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919" name="Google Shape;919;p109"/>
          <p:cNvSpPr txBox="1">
            <a:spLocks noGrp="1"/>
          </p:cNvSpPr>
          <p:nvPr>
            <p:ph type="title"/>
          </p:nvPr>
        </p:nvSpPr>
        <p:spPr>
          <a:xfrm>
            <a:off x="1512075" y="2036300"/>
            <a:ext cx="3809100"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Methodology</a:t>
            </a:r>
            <a:endParaRPr/>
          </a:p>
        </p:txBody>
      </p:sp>
      <p:sp>
        <p:nvSpPr>
          <p:cNvPr id="920" name="Google Shape;920;p109"/>
          <p:cNvSpPr txBox="1">
            <a:spLocks noGrp="1"/>
          </p:cNvSpPr>
          <p:nvPr>
            <p:ph type="title" idx="2"/>
          </p:nvPr>
        </p:nvSpPr>
        <p:spPr>
          <a:xfrm>
            <a:off x="1512075" y="1012500"/>
            <a:ext cx="1076100" cy="87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02</a:t>
            </a:r>
            <a:endParaRPr/>
          </a:p>
        </p:txBody>
      </p:sp>
      <p:sp>
        <p:nvSpPr>
          <p:cNvPr id="921" name="Google Shape;921;p109"/>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How the work is structured </a:t>
            </a:r>
            <a:endParaRPr sz="1400"/>
          </a:p>
          <a:p>
            <a:pPr marL="0" lvl="0" indent="0" algn="l" rtl="0">
              <a:spcBef>
                <a:spcPts val="0"/>
              </a:spcBef>
              <a:spcAft>
                <a:spcPts val="0"/>
              </a:spcAft>
              <a:buNone/>
            </a:pPr>
            <a:endParaRPr/>
          </a:p>
        </p:txBody>
      </p:sp>
      <p:sp>
        <p:nvSpPr>
          <p:cNvPr id="922" name="Google Shape;922;p109"/>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8" name="Google Shape;928;p110"/>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dirty="0"/>
              <a:t>Block diagram</a:t>
            </a:r>
            <a:endParaRPr dirty="0"/>
          </a:p>
        </p:txBody>
      </p:sp>
      <p:sp>
        <p:nvSpPr>
          <p:cNvPr id="929" name="Google Shape;929;p11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8</a:t>
            </a:fld>
            <a:endParaRPr/>
          </a:p>
        </p:txBody>
      </p:sp>
      <p:pic>
        <p:nvPicPr>
          <p:cNvPr id="3" name="Grafik 2">
            <a:extLst>
              <a:ext uri="{FF2B5EF4-FFF2-40B4-BE49-F238E27FC236}">
                <a16:creationId xmlns:a16="http://schemas.microsoft.com/office/drawing/2014/main" id="{568EE911-6C70-C5BF-E7CF-D78CB9D7DBAA}"/>
              </a:ext>
            </a:extLst>
          </p:cNvPr>
          <p:cNvPicPr>
            <a:picLocks noChangeAspect="1"/>
          </p:cNvPicPr>
          <p:nvPr/>
        </p:nvPicPr>
        <p:blipFill>
          <a:blip r:embed="rId3"/>
          <a:srcRect/>
          <a:stretch/>
        </p:blipFill>
        <p:spPr>
          <a:xfrm>
            <a:off x="839284" y="1476375"/>
            <a:ext cx="7892085" cy="300318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grpSp>
        <p:nvGrpSpPr>
          <p:cNvPr id="946" name="Google Shape;946;p112"/>
          <p:cNvGrpSpPr/>
          <p:nvPr/>
        </p:nvGrpSpPr>
        <p:grpSpPr>
          <a:xfrm>
            <a:off x="0" y="0"/>
            <a:ext cx="2473800" cy="4131000"/>
            <a:chOff x="0" y="0"/>
            <a:chExt cx="2473800" cy="4131000"/>
          </a:xfrm>
        </p:grpSpPr>
        <p:sp>
          <p:nvSpPr>
            <p:cNvPr id="947" name="Google Shape;947;p112"/>
            <p:cNvSpPr/>
            <p:nvPr/>
          </p:nvSpPr>
          <p:spPr>
            <a:xfrm>
              <a:off x="0" y="1012500"/>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48" name="Google Shape;948;p112"/>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949" name="Google Shape;949;p112"/>
          <p:cNvSpPr txBox="1">
            <a:spLocks noGrp="1"/>
          </p:cNvSpPr>
          <p:nvPr>
            <p:ph type="title"/>
          </p:nvPr>
        </p:nvSpPr>
        <p:spPr>
          <a:xfrm>
            <a:off x="1512075" y="2036300"/>
            <a:ext cx="4383898"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Implementation</a:t>
            </a:r>
            <a:endParaRPr dirty="0"/>
          </a:p>
        </p:txBody>
      </p:sp>
      <p:sp>
        <p:nvSpPr>
          <p:cNvPr id="950" name="Google Shape;950;p112"/>
          <p:cNvSpPr txBox="1">
            <a:spLocks noGrp="1"/>
          </p:cNvSpPr>
          <p:nvPr>
            <p:ph type="title" idx="2"/>
          </p:nvPr>
        </p:nvSpPr>
        <p:spPr>
          <a:xfrm>
            <a:off x="1512075" y="1012500"/>
            <a:ext cx="1076100" cy="87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03</a:t>
            </a:r>
            <a:endParaRPr/>
          </a:p>
        </p:txBody>
      </p:sp>
      <p:sp>
        <p:nvSpPr>
          <p:cNvPr id="951" name="Google Shape;951;p112"/>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Outcome of the work</a:t>
            </a:r>
            <a:endParaRPr sz="1400"/>
          </a:p>
          <a:p>
            <a:pPr marL="0" lvl="0" indent="0" algn="l" rtl="0">
              <a:spcBef>
                <a:spcPts val="0"/>
              </a:spcBef>
              <a:spcAft>
                <a:spcPts val="0"/>
              </a:spcAft>
              <a:buNone/>
            </a:pPr>
            <a:endParaRPr/>
          </a:p>
        </p:txBody>
      </p:sp>
      <p:sp>
        <p:nvSpPr>
          <p:cNvPr id="952" name="Google Shape;952;p11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6AE4D61A-9551-5073-D519-FFF450FFC120}"/>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A55A112C-6F25-4290-06F6-C2728E21EE6A}"/>
              </a:ext>
            </a:extLst>
          </p:cNvPr>
          <p:cNvSpPr txBox="1">
            <a:spLocks noGrp="1"/>
          </p:cNvSpPr>
          <p:nvPr>
            <p:ph type="body" idx="1"/>
          </p:nvPr>
        </p:nvSpPr>
        <p:spPr>
          <a:xfrm>
            <a:off x="713225" y="1630850"/>
            <a:ext cx="3134876"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Required lines</a:t>
            </a:r>
          </a:p>
          <a:p>
            <a:pPr marL="457200" lvl="0" indent="-330200" algn="l" rtl="0">
              <a:lnSpc>
                <a:spcPct val="200000"/>
              </a:lnSpc>
              <a:spcBef>
                <a:spcPts val="0"/>
              </a:spcBef>
              <a:spcAft>
                <a:spcPts val="0"/>
              </a:spcAft>
              <a:buSzPts val="1600"/>
              <a:buChar char="■"/>
            </a:pPr>
            <a:r>
              <a:rPr lang="en-US" sz="1600" dirty="0"/>
              <a:t>Required sequence</a:t>
            </a:r>
          </a:p>
          <a:p>
            <a:pPr marL="457200" lvl="0" indent="-330200" algn="l" rtl="0">
              <a:lnSpc>
                <a:spcPct val="200000"/>
              </a:lnSpc>
              <a:spcBef>
                <a:spcPts val="0"/>
              </a:spcBef>
              <a:spcAft>
                <a:spcPts val="0"/>
              </a:spcAft>
              <a:buSzPts val="1600"/>
              <a:buChar char="■"/>
            </a:pPr>
            <a:r>
              <a:rPr lang="en-GB" sz="1600" dirty="0"/>
              <a:t>Reading the result</a:t>
            </a:r>
          </a:p>
        </p:txBody>
      </p:sp>
      <p:sp>
        <p:nvSpPr>
          <p:cNvPr id="909" name="Google Shape;909;p108">
            <a:extLst>
              <a:ext uri="{FF2B5EF4-FFF2-40B4-BE49-F238E27FC236}">
                <a16:creationId xmlns:a16="http://schemas.microsoft.com/office/drawing/2014/main" id="{3550E4BF-A275-1F40-8FF7-11A95D352737}"/>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I2C master</a:t>
            </a:r>
            <a:endParaRPr dirty="0"/>
          </a:p>
        </p:txBody>
      </p:sp>
      <p:sp>
        <p:nvSpPr>
          <p:cNvPr id="910" name="Google Shape;910;p108">
            <a:extLst>
              <a:ext uri="{FF2B5EF4-FFF2-40B4-BE49-F238E27FC236}">
                <a16:creationId xmlns:a16="http://schemas.microsoft.com/office/drawing/2014/main" id="{A4589F25-F418-7D4B-4E9F-51CF6D26F130}"/>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10</a:t>
            </a:fld>
            <a:endParaRPr/>
          </a:p>
        </p:txBody>
      </p:sp>
      <p:pic>
        <p:nvPicPr>
          <p:cNvPr id="5" name="Grafik 4" descr="Ein Bild, das Text, Schrift, Screenshot, weiß enthält.&#10;&#10;KI-generierte Inhalte können fehlerhaft sein.">
            <a:extLst>
              <a:ext uri="{FF2B5EF4-FFF2-40B4-BE49-F238E27FC236}">
                <a16:creationId xmlns:a16="http://schemas.microsoft.com/office/drawing/2014/main" id="{5CDCAEED-D12C-E073-F585-ED6434C58C17}"/>
              </a:ext>
            </a:extLst>
          </p:cNvPr>
          <p:cNvPicPr>
            <a:picLocks noChangeAspect="1"/>
          </p:cNvPicPr>
          <p:nvPr/>
        </p:nvPicPr>
        <p:blipFill>
          <a:blip r:embed="rId3"/>
          <a:stretch>
            <a:fillRect/>
          </a:stretch>
        </p:blipFill>
        <p:spPr>
          <a:xfrm>
            <a:off x="3284538" y="2541900"/>
            <a:ext cx="5601037" cy="1022138"/>
          </a:xfrm>
          <a:prstGeom prst="rect">
            <a:avLst/>
          </a:prstGeom>
        </p:spPr>
      </p:pic>
      <p:pic>
        <p:nvPicPr>
          <p:cNvPr id="7" name="Grafik 6" descr="Ein Bild, das Text, Screenshot, Schrift, Zahl enthält.&#10;&#10;KI-generierte Inhalte können fehlerhaft sein.">
            <a:extLst>
              <a:ext uri="{FF2B5EF4-FFF2-40B4-BE49-F238E27FC236}">
                <a16:creationId xmlns:a16="http://schemas.microsoft.com/office/drawing/2014/main" id="{9908EE64-92AA-4C5F-987C-E6674DD8C5F8}"/>
              </a:ext>
            </a:extLst>
          </p:cNvPr>
          <p:cNvPicPr>
            <a:picLocks noChangeAspect="1"/>
          </p:cNvPicPr>
          <p:nvPr/>
        </p:nvPicPr>
        <p:blipFill>
          <a:blip r:embed="rId4"/>
          <a:stretch>
            <a:fillRect/>
          </a:stretch>
        </p:blipFill>
        <p:spPr>
          <a:xfrm>
            <a:off x="6492240" y="572435"/>
            <a:ext cx="2338894" cy="1697947"/>
          </a:xfrm>
          <a:prstGeom prst="rect">
            <a:avLst/>
          </a:prstGeom>
        </p:spPr>
      </p:pic>
      <p:pic>
        <p:nvPicPr>
          <p:cNvPr id="3" name="Grafik 2" descr="Ein Bild, das Text, Reihe, Diagramm, Schrift enthält.&#10;&#10;KI-generierte Inhalte können fehlerhaft sein.">
            <a:extLst>
              <a:ext uri="{FF2B5EF4-FFF2-40B4-BE49-F238E27FC236}">
                <a16:creationId xmlns:a16="http://schemas.microsoft.com/office/drawing/2014/main" id="{E32FF9A7-E986-A49B-EB27-2E060FCAD7AF}"/>
              </a:ext>
            </a:extLst>
          </p:cNvPr>
          <p:cNvPicPr>
            <a:picLocks noChangeAspect="1"/>
          </p:cNvPicPr>
          <p:nvPr/>
        </p:nvPicPr>
        <p:blipFill>
          <a:blip r:embed="rId5"/>
          <a:stretch>
            <a:fillRect/>
          </a:stretch>
        </p:blipFill>
        <p:spPr>
          <a:xfrm>
            <a:off x="454800" y="3804308"/>
            <a:ext cx="8430775" cy="870274"/>
          </a:xfrm>
          <a:prstGeom prst="rect">
            <a:avLst/>
          </a:prstGeom>
        </p:spPr>
      </p:pic>
    </p:spTree>
    <p:extLst>
      <p:ext uri="{BB962C8B-B14F-4D97-AF65-F5344CB8AC3E}">
        <p14:creationId xmlns:p14="http://schemas.microsoft.com/office/powerpoint/2010/main" val="20032039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0E40AA95-EC4D-5D1D-5DDC-DCF1E6D18129}"/>
            </a:ext>
          </a:extLst>
        </p:cNvPr>
        <p:cNvGrpSpPr/>
        <p:nvPr/>
      </p:nvGrpSpPr>
      <p:grpSpPr>
        <a:xfrm>
          <a:off x="0" y="0"/>
          <a:ext cx="0" cy="0"/>
          <a:chOff x="0" y="0"/>
          <a:chExt cx="0" cy="0"/>
        </a:xfrm>
      </p:grpSpPr>
      <p:sp>
        <p:nvSpPr>
          <p:cNvPr id="909" name="Google Shape;909;p108">
            <a:extLst>
              <a:ext uri="{FF2B5EF4-FFF2-40B4-BE49-F238E27FC236}">
                <a16:creationId xmlns:a16="http://schemas.microsoft.com/office/drawing/2014/main" id="{DBB18E63-D674-0E7E-1985-042A7B267446}"/>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I2C master</a:t>
            </a:r>
            <a:endParaRPr dirty="0"/>
          </a:p>
        </p:txBody>
      </p:sp>
      <p:sp>
        <p:nvSpPr>
          <p:cNvPr id="910" name="Google Shape;910;p108">
            <a:extLst>
              <a:ext uri="{FF2B5EF4-FFF2-40B4-BE49-F238E27FC236}">
                <a16:creationId xmlns:a16="http://schemas.microsoft.com/office/drawing/2014/main" id="{28EE62B3-6355-1F95-5E01-67C55FB65B08}"/>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11</a:t>
            </a:fld>
            <a:endParaRPr/>
          </a:p>
        </p:txBody>
      </p:sp>
      <p:pic>
        <p:nvPicPr>
          <p:cNvPr id="3" name="Grafik 2" descr="Ein Bild, das Software, Multimedia-Software, Grafiksoftware, Reihe enthält.&#10;&#10;KI-generierte Inhalte können fehlerhaft sein.">
            <a:extLst>
              <a:ext uri="{FF2B5EF4-FFF2-40B4-BE49-F238E27FC236}">
                <a16:creationId xmlns:a16="http://schemas.microsoft.com/office/drawing/2014/main" id="{9066ECC9-1724-9C8E-430B-81E7E29245A5}"/>
              </a:ext>
            </a:extLst>
          </p:cNvPr>
          <p:cNvPicPr>
            <a:picLocks noChangeAspect="1"/>
          </p:cNvPicPr>
          <p:nvPr/>
        </p:nvPicPr>
        <p:blipFill>
          <a:blip r:embed="rId3"/>
          <a:stretch>
            <a:fillRect/>
          </a:stretch>
        </p:blipFill>
        <p:spPr>
          <a:xfrm>
            <a:off x="811770" y="1630850"/>
            <a:ext cx="7827271" cy="2815770"/>
          </a:xfrm>
          <a:prstGeom prst="rect">
            <a:avLst/>
          </a:prstGeom>
        </p:spPr>
      </p:pic>
    </p:spTree>
    <p:extLst>
      <p:ext uri="{BB962C8B-B14F-4D97-AF65-F5344CB8AC3E}">
        <p14:creationId xmlns:p14="http://schemas.microsoft.com/office/powerpoint/2010/main" val="181441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A7197144-5FD2-831E-B571-B2B560C2AF1C}"/>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8DF3B5DB-D914-B589-DDB7-948CB96E5DA7}"/>
              </a:ext>
            </a:extLst>
          </p:cNvPr>
          <p:cNvSpPr txBox="1">
            <a:spLocks noGrp="1"/>
          </p:cNvSpPr>
          <p:nvPr>
            <p:ph type="body" idx="1"/>
          </p:nvPr>
        </p:nvSpPr>
        <p:spPr>
          <a:xfrm>
            <a:off x="713225" y="1630850"/>
            <a:ext cx="3134876"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Required lines</a:t>
            </a:r>
          </a:p>
          <a:p>
            <a:pPr marL="457200" lvl="0" indent="-330200" algn="l" rtl="0">
              <a:lnSpc>
                <a:spcPct val="200000"/>
              </a:lnSpc>
              <a:spcBef>
                <a:spcPts val="0"/>
              </a:spcBef>
              <a:spcAft>
                <a:spcPts val="0"/>
              </a:spcAft>
              <a:buSzPts val="1600"/>
              <a:buChar char="■"/>
            </a:pPr>
            <a:r>
              <a:rPr lang="en-US" sz="1600" dirty="0"/>
              <a:t>SPI modes</a:t>
            </a:r>
          </a:p>
          <a:p>
            <a:pPr marL="457200" lvl="0" indent="-330200" algn="l" rtl="0">
              <a:lnSpc>
                <a:spcPct val="200000"/>
              </a:lnSpc>
              <a:spcBef>
                <a:spcPts val="0"/>
              </a:spcBef>
              <a:spcAft>
                <a:spcPts val="0"/>
              </a:spcAft>
              <a:buSzPts val="1600"/>
              <a:buChar char="■"/>
            </a:pPr>
            <a:r>
              <a:rPr lang="en-GB" sz="1600" dirty="0"/>
              <a:t>Using sync clocks</a:t>
            </a:r>
          </a:p>
        </p:txBody>
      </p:sp>
      <p:sp>
        <p:nvSpPr>
          <p:cNvPr id="909" name="Google Shape;909;p108">
            <a:extLst>
              <a:ext uri="{FF2B5EF4-FFF2-40B4-BE49-F238E27FC236}">
                <a16:creationId xmlns:a16="http://schemas.microsoft.com/office/drawing/2014/main" id="{93B38116-C1FD-3EF8-F297-FA02699EFD70}"/>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SPI slave</a:t>
            </a:r>
            <a:endParaRPr dirty="0"/>
          </a:p>
        </p:txBody>
      </p:sp>
      <p:sp>
        <p:nvSpPr>
          <p:cNvPr id="910" name="Google Shape;910;p108">
            <a:extLst>
              <a:ext uri="{FF2B5EF4-FFF2-40B4-BE49-F238E27FC236}">
                <a16:creationId xmlns:a16="http://schemas.microsoft.com/office/drawing/2014/main" id="{387DBA89-4EA7-20E5-B46E-AC31E440646B}"/>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12</a:t>
            </a:fld>
            <a:endParaRPr/>
          </a:p>
        </p:txBody>
      </p:sp>
      <p:pic>
        <p:nvPicPr>
          <p:cNvPr id="3" name="Grafik 2" descr="Ein Bild, das Text, Diagramm, Screenshot, Reihe enthält.&#10;&#10;KI-generierte Inhalte können fehlerhaft sein.">
            <a:extLst>
              <a:ext uri="{FF2B5EF4-FFF2-40B4-BE49-F238E27FC236}">
                <a16:creationId xmlns:a16="http://schemas.microsoft.com/office/drawing/2014/main" id="{2A6C49E8-6F0C-BFA2-D8BD-1D15FB6D9AC9}"/>
              </a:ext>
            </a:extLst>
          </p:cNvPr>
          <p:cNvPicPr>
            <a:picLocks noChangeAspect="1"/>
          </p:cNvPicPr>
          <p:nvPr/>
        </p:nvPicPr>
        <p:blipFill>
          <a:blip r:embed="rId3"/>
          <a:stretch>
            <a:fillRect/>
          </a:stretch>
        </p:blipFill>
        <p:spPr>
          <a:xfrm>
            <a:off x="5178297" y="739623"/>
            <a:ext cx="3652837" cy="1841513"/>
          </a:xfrm>
          <a:prstGeom prst="rect">
            <a:avLst/>
          </a:prstGeom>
        </p:spPr>
      </p:pic>
      <p:pic>
        <p:nvPicPr>
          <p:cNvPr id="6" name="Grafik 5" descr="Ein Bild, das Text, Screenshot, Schrift, Zahl enthält.&#10;&#10;KI-generierte Inhalte können fehlerhaft sein.">
            <a:extLst>
              <a:ext uri="{FF2B5EF4-FFF2-40B4-BE49-F238E27FC236}">
                <a16:creationId xmlns:a16="http://schemas.microsoft.com/office/drawing/2014/main" id="{91901D45-5D30-6CFA-A5FF-93B4C582BDC3}"/>
              </a:ext>
            </a:extLst>
          </p:cNvPr>
          <p:cNvPicPr>
            <a:picLocks noChangeAspect="1"/>
          </p:cNvPicPr>
          <p:nvPr/>
        </p:nvPicPr>
        <p:blipFill>
          <a:blip r:embed="rId4"/>
          <a:stretch>
            <a:fillRect/>
          </a:stretch>
        </p:blipFill>
        <p:spPr>
          <a:xfrm>
            <a:off x="4762500" y="2704391"/>
            <a:ext cx="4068634" cy="2047879"/>
          </a:xfrm>
          <a:prstGeom prst="rect">
            <a:avLst/>
          </a:prstGeom>
        </p:spPr>
      </p:pic>
    </p:spTree>
    <p:extLst>
      <p:ext uri="{BB962C8B-B14F-4D97-AF65-F5344CB8AC3E}">
        <p14:creationId xmlns:p14="http://schemas.microsoft.com/office/powerpoint/2010/main" val="2810350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E2171C3F-300E-E05E-D019-45517397C3ED}"/>
            </a:ext>
          </a:extLst>
        </p:cNvPr>
        <p:cNvGrpSpPr/>
        <p:nvPr/>
      </p:nvGrpSpPr>
      <p:grpSpPr>
        <a:xfrm>
          <a:off x="0" y="0"/>
          <a:ext cx="0" cy="0"/>
          <a:chOff x="0" y="0"/>
          <a:chExt cx="0" cy="0"/>
        </a:xfrm>
      </p:grpSpPr>
      <p:sp>
        <p:nvSpPr>
          <p:cNvPr id="909" name="Google Shape;909;p108">
            <a:extLst>
              <a:ext uri="{FF2B5EF4-FFF2-40B4-BE49-F238E27FC236}">
                <a16:creationId xmlns:a16="http://schemas.microsoft.com/office/drawing/2014/main" id="{6745519A-E48D-AC7C-A769-5460D19D17D2}"/>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SPI slave</a:t>
            </a:r>
            <a:endParaRPr dirty="0"/>
          </a:p>
        </p:txBody>
      </p:sp>
      <p:sp>
        <p:nvSpPr>
          <p:cNvPr id="910" name="Google Shape;910;p108">
            <a:extLst>
              <a:ext uri="{FF2B5EF4-FFF2-40B4-BE49-F238E27FC236}">
                <a16:creationId xmlns:a16="http://schemas.microsoft.com/office/drawing/2014/main" id="{7789FB96-BC88-AAC0-F85A-ABA40D314BE5}"/>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13</a:t>
            </a:fld>
            <a:endParaRPr/>
          </a:p>
        </p:txBody>
      </p:sp>
      <p:pic>
        <p:nvPicPr>
          <p:cNvPr id="4" name="Grafik 3" descr="Ein Bild, das Screenshot, Software, Elektronik, Reihe enthält.&#10;&#10;KI-generierte Inhalte können fehlerhaft sein.">
            <a:extLst>
              <a:ext uri="{FF2B5EF4-FFF2-40B4-BE49-F238E27FC236}">
                <a16:creationId xmlns:a16="http://schemas.microsoft.com/office/drawing/2014/main" id="{74FDC537-19EE-7134-B48C-E5022F090E92}"/>
              </a:ext>
            </a:extLst>
          </p:cNvPr>
          <p:cNvPicPr>
            <a:picLocks noChangeAspect="1"/>
          </p:cNvPicPr>
          <p:nvPr/>
        </p:nvPicPr>
        <p:blipFill>
          <a:blip r:embed="rId3"/>
          <a:stretch>
            <a:fillRect/>
          </a:stretch>
        </p:blipFill>
        <p:spPr>
          <a:xfrm>
            <a:off x="563855" y="1754146"/>
            <a:ext cx="8016240" cy="2918704"/>
          </a:xfrm>
          <a:prstGeom prst="rect">
            <a:avLst/>
          </a:prstGeom>
        </p:spPr>
      </p:pic>
    </p:spTree>
    <p:extLst>
      <p:ext uri="{BB962C8B-B14F-4D97-AF65-F5344CB8AC3E}">
        <p14:creationId xmlns:p14="http://schemas.microsoft.com/office/powerpoint/2010/main" val="23706190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56B4D691-ADE8-10FE-3B6E-79592365FBCC}"/>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3A5AC586-C3CD-BA75-78C1-7C98B302684C}"/>
              </a:ext>
            </a:extLst>
          </p:cNvPr>
          <p:cNvSpPr txBox="1">
            <a:spLocks noGrp="1"/>
          </p:cNvSpPr>
          <p:nvPr>
            <p:ph type="body" idx="1"/>
          </p:nvPr>
        </p:nvSpPr>
        <p:spPr>
          <a:xfrm>
            <a:off x="713225" y="1630850"/>
            <a:ext cx="3134876"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Required lines</a:t>
            </a:r>
          </a:p>
          <a:p>
            <a:pPr marL="457200" lvl="0" indent="-330200" algn="l" rtl="0">
              <a:lnSpc>
                <a:spcPct val="200000"/>
              </a:lnSpc>
              <a:spcBef>
                <a:spcPts val="0"/>
              </a:spcBef>
              <a:spcAft>
                <a:spcPts val="0"/>
              </a:spcAft>
              <a:buSzPts val="1600"/>
              <a:buChar char="■"/>
            </a:pPr>
            <a:r>
              <a:rPr lang="en-US" sz="1600" dirty="0"/>
              <a:t>SPI modes</a:t>
            </a:r>
          </a:p>
          <a:p>
            <a:pPr marL="457200" lvl="0" indent="-330200" algn="l" rtl="0">
              <a:lnSpc>
                <a:spcPct val="200000"/>
              </a:lnSpc>
              <a:spcBef>
                <a:spcPts val="0"/>
              </a:spcBef>
              <a:spcAft>
                <a:spcPts val="0"/>
              </a:spcAft>
              <a:buSzPts val="1600"/>
              <a:buChar char="■"/>
            </a:pPr>
            <a:r>
              <a:rPr lang="en-GB" sz="1600" dirty="0"/>
              <a:t>Using sync clocks</a:t>
            </a:r>
          </a:p>
        </p:txBody>
      </p:sp>
      <p:sp>
        <p:nvSpPr>
          <p:cNvPr id="909" name="Google Shape;909;p108">
            <a:extLst>
              <a:ext uri="{FF2B5EF4-FFF2-40B4-BE49-F238E27FC236}">
                <a16:creationId xmlns:a16="http://schemas.microsoft.com/office/drawing/2014/main" id="{B5FBCF0E-6332-F6EC-AC13-0CD0E4E488D2}"/>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SPI Master</a:t>
            </a:r>
            <a:endParaRPr dirty="0"/>
          </a:p>
        </p:txBody>
      </p:sp>
      <p:sp>
        <p:nvSpPr>
          <p:cNvPr id="910" name="Google Shape;910;p108">
            <a:extLst>
              <a:ext uri="{FF2B5EF4-FFF2-40B4-BE49-F238E27FC236}">
                <a16:creationId xmlns:a16="http://schemas.microsoft.com/office/drawing/2014/main" id="{173E5D51-D73B-66AC-A20E-FE8C172C4998}"/>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14</a:t>
            </a:fld>
            <a:endParaRPr/>
          </a:p>
        </p:txBody>
      </p:sp>
      <p:pic>
        <p:nvPicPr>
          <p:cNvPr id="3" name="Grafik 2" descr="Ein Bild, das Text, Elektronik, Screenshot, Display enthält.&#10;&#10;KI-generierte Inhalte können fehlerhaft sein.">
            <a:extLst>
              <a:ext uri="{FF2B5EF4-FFF2-40B4-BE49-F238E27FC236}">
                <a16:creationId xmlns:a16="http://schemas.microsoft.com/office/drawing/2014/main" id="{FB1F16E5-83FC-481A-BEB0-0E4D77CBB200}"/>
              </a:ext>
            </a:extLst>
          </p:cNvPr>
          <p:cNvPicPr>
            <a:picLocks noChangeAspect="1"/>
          </p:cNvPicPr>
          <p:nvPr/>
        </p:nvPicPr>
        <p:blipFill>
          <a:blip r:embed="rId3"/>
          <a:stretch>
            <a:fillRect/>
          </a:stretch>
        </p:blipFill>
        <p:spPr>
          <a:xfrm>
            <a:off x="3433156" y="642025"/>
            <a:ext cx="5397978" cy="3723017"/>
          </a:xfrm>
          <a:prstGeom prst="rect">
            <a:avLst/>
          </a:prstGeom>
        </p:spPr>
      </p:pic>
    </p:spTree>
    <p:extLst>
      <p:ext uri="{BB962C8B-B14F-4D97-AF65-F5344CB8AC3E}">
        <p14:creationId xmlns:p14="http://schemas.microsoft.com/office/powerpoint/2010/main" val="930049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AF74C606-4BA3-8E8F-A96C-4C18393712CA}"/>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FEDB0EA7-4D24-952F-2D2E-C4D743C0F9A5}"/>
              </a:ext>
            </a:extLst>
          </p:cNvPr>
          <p:cNvSpPr txBox="1">
            <a:spLocks noGrp="1"/>
          </p:cNvSpPr>
          <p:nvPr>
            <p:ph type="body" idx="1"/>
          </p:nvPr>
        </p:nvSpPr>
        <p:spPr>
          <a:xfrm>
            <a:off x="713225" y="1630850"/>
            <a:ext cx="3134876"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Connect to the internet</a:t>
            </a:r>
          </a:p>
          <a:p>
            <a:pPr marL="457200" lvl="0" indent="-330200" algn="l" rtl="0">
              <a:lnSpc>
                <a:spcPct val="200000"/>
              </a:lnSpc>
              <a:spcBef>
                <a:spcPts val="0"/>
              </a:spcBef>
              <a:spcAft>
                <a:spcPts val="0"/>
              </a:spcAft>
              <a:buSzPts val="1600"/>
              <a:buChar char="■"/>
            </a:pPr>
            <a:r>
              <a:rPr lang="en-US" sz="1600" dirty="0"/>
              <a:t>Connect to the broker</a:t>
            </a:r>
          </a:p>
          <a:p>
            <a:pPr marL="457200" lvl="0" indent="-330200" algn="l" rtl="0">
              <a:lnSpc>
                <a:spcPct val="200000"/>
              </a:lnSpc>
              <a:spcBef>
                <a:spcPts val="0"/>
              </a:spcBef>
              <a:spcAft>
                <a:spcPts val="0"/>
              </a:spcAft>
              <a:buSzPts val="1600"/>
              <a:buChar char="■"/>
            </a:pPr>
            <a:r>
              <a:rPr lang="en-GB" sz="1600" dirty="0"/>
              <a:t>Publish information</a:t>
            </a:r>
          </a:p>
        </p:txBody>
      </p:sp>
      <p:sp>
        <p:nvSpPr>
          <p:cNvPr id="909" name="Google Shape;909;p108">
            <a:extLst>
              <a:ext uri="{FF2B5EF4-FFF2-40B4-BE49-F238E27FC236}">
                <a16:creationId xmlns:a16="http://schemas.microsoft.com/office/drawing/2014/main" id="{0A98A0C4-989C-37D5-1718-01363DB3C54B}"/>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MQTT node</a:t>
            </a:r>
            <a:endParaRPr dirty="0"/>
          </a:p>
        </p:txBody>
      </p:sp>
      <p:sp>
        <p:nvSpPr>
          <p:cNvPr id="910" name="Google Shape;910;p108">
            <a:extLst>
              <a:ext uri="{FF2B5EF4-FFF2-40B4-BE49-F238E27FC236}">
                <a16:creationId xmlns:a16="http://schemas.microsoft.com/office/drawing/2014/main" id="{9EBB2F85-64A3-51DF-E061-1E02E4FFD17D}"/>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15</a:t>
            </a:fld>
            <a:endParaRPr/>
          </a:p>
        </p:txBody>
      </p:sp>
      <p:pic>
        <p:nvPicPr>
          <p:cNvPr id="7" name="Grafik 6" descr="Ein Bild, das Text, Elektronik, Screenshot, Display enthält.&#10;&#10;KI-generierte Inhalte können fehlerhaft sein.">
            <a:extLst>
              <a:ext uri="{FF2B5EF4-FFF2-40B4-BE49-F238E27FC236}">
                <a16:creationId xmlns:a16="http://schemas.microsoft.com/office/drawing/2014/main" id="{0A2FB178-4771-F3CD-B6A0-0AC7472EB94B}"/>
              </a:ext>
            </a:extLst>
          </p:cNvPr>
          <p:cNvPicPr>
            <a:picLocks noChangeAspect="1"/>
          </p:cNvPicPr>
          <p:nvPr/>
        </p:nvPicPr>
        <p:blipFill>
          <a:blip r:embed="rId3"/>
          <a:stretch>
            <a:fillRect/>
          </a:stretch>
        </p:blipFill>
        <p:spPr>
          <a:xfrm>
            <a:off x="3646960" y="422507"/>
            <a:ext cx="5497040" cy="4438051"/>
          </a:xfrm>
          <a:prstGeom prst="rect">
            <a:avLst/>
          </a:prstGeom>
        </p:spPr>
      </p:pic>
    </p:spTree>
    <p:extLst>
      <p:ext uri="{BB962C8B-B14F-4D97-AF65-F5344CB8AC3E}">
        <p14:creationId xmlns:p14="http://schemas.microsoft.com/office/powerpoint/2010/main" val="3266773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07">
          <a:extLst>
            <a:ext uri="{FF2B5EF4-FFF2-40B4-BE49-F238E27FC236}">
              <a16:creationId xmlns:a16="http://schemas.microsoft.com/office/drawing/2014/main" id="{1D5947CC-574C-C565-B6A4-D1AF16D8DE33}"/>
            </a:ext>
          </a:extLst>
        </p:cNvPr>
        <p:cNvGrpSpPr/>
        <p:nvPr/>
      </p:nvGrpSpPr>
      <p:grpSpPr>
        <a:xfrm>
          <a:off x="0" y="0"/>
          <a:ext cx="0" cy="0"/>
          <a:chOff x="0" y="0"/>
          <a:chExt cx="0" cy="0"/>
        </a:xfrm>
      </p:grpSpPr>
      <p:sp>
        <p:nvSpPr>
          <p:cNvPr id="908" name="Google Shape;908;p108">
            <a:extLst>
              <a:ext uri="{FF2B5EF4-FFF2-40B4-BE49-F238E27FC236}">
                <a16:creationId xmlns:a16="http://schemas.microsoft.com/office/drawing/2014/main" id="{1D7638BA-8C3F-56CD-71B2-B7C9B861BA74}"/>
              </a:ext>
            </a:extLst>
          </p:cNvPr>
          <p:cNvSpPr txBox="1">
            <a:spLocks noGrp="1"/>
          </p:cNvSpPr>
          <p:nvPr>
            <p:ph type="body" idx="1"/>
          </p:nvPr>
        </p:nvSpPr>
        <p:spPr>
          <a:xfrm>
            <a:off x="713225" y="1630850"/>
            <a:ext cx="3134876" cy="2747700"/>
          </a:xfrm>
          <a:prstGeom prst="rect">
            <a:avLst/>
          </a:prstGeom>
        </p:spPr>
        <p:txBody>
          <a:bodyPr spcFirstLastPara="1" wrap="square" lIns="91425" tIns="91425" rIns="91425" bIns="91425" anchor="t" anchorCtr="0">
            <a:noAutofit/>
          </a:bodyPr>
          <a:lstStyle/>
          <a:p>
            <a:pPr marL="457200" lvl="0" indent="-330200" algn="l" rtl="0">
              <a:lnSpc>
                <a:spcPct val="200000"/>
              </a:lnSpc>
              <a:spcBef>
                <a:spcPts val="0"/>
              </a:spcBef>
              <a:spcAft>
                <a:spcPts val="0"/>
              </a:spcAft>
              <a:buSzPts val="1600"/>
              <a:buChar char="■"/>
            </a:pPr>
            <a:r>
              <a:rPr lang="en-US" sz="1600" dirty="0"/>
              <a:t>Install </a:t>
            </a:r>
            <a:r>
              <a:rPr lang="en-US" sz="1600" dirty="0" err="1"/>
              <a:t>mosquitto</a:t>
            </a:r>
            <a:r>
              <a:rPr lang="en-US" sz="1600" dirty="0"/>
              <a:t> client </a:t>
            </a:r>
          </a:p>
          <a:p>
            <a:pPr marL="457200" lvl="0" indent="-330200" algn="l" rtl="0">
              <a:lnSpc>
                <a:spcPct val="200000"/>
              </a:lnSpc>
              <a:spcBef>
                <a:spcPts val="0"/>
              </a:spcBef>
              <a:spcAft>
                <a:spcPts val="0"/>
              </a:spcAft>
              <a:buSzPts val="1600"/>
              <a:buChar char="■"/>
            </a:pPr>
            <a:r>
              <a:rPr lang="en-US" sz="1600" dirty="0"/>
              <a:t>Run the client</a:t>
            </a:r>
          </a:p>
          <a:p>
            <a:pPr marL="457200" lvl="0" indent="-330200" algn="l" rtl="0">
              <a:lnSpc>
                <a:spcPct val="200000"/>
              </a:lnSpc>
              <a:spcBef>
                <a:spcPts val="0"/>
              </a:spcBef>
              <a:spcAft>
                <a:spcPts val="0"/>
              </a:spcAft>
              <a:buSzPts val="1600"/>
              <a:buChar char="■"/>
            </a:pPr>
            <a:r>
              <a:rPr lang="en-GB" sz="1600" dirty="0"/>
              <a:t>Subscribe to topic</a:t>
            </a:r>
          </a:p>
        </p:txBody>
      </p:sp>
      <p:sp>
        <p:nvSpPr>
          <p:cNvPr id="909" name="Google Shape;909;p108">
            <a:extLst>
              <a:ext uri="{FF2B5EF4-FFF2-40B4-BE49-F238E27FC236}">
                <a16:creationId xmlns:a16="http://schemas.microsoft.com/office/drawing/2014/main" id="{BC38EF13-086A-BC6B-4FF3-255ADA680D8D}"/>
              </a:ext>
            </a:extLst>
          </p:cNvPr>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dirty="0"/>
              <a:t>MQTT node</a:t>
            </a:r>
            <a:endParaRPr dirty="0"/>
          </a:p>
        </p:txBody>
      </p:sp>
      <p:sp>
        <p:nvSpPr>
          <p:cNvPr id="910" name="Google Shape;910;p108">
            <a:extLst>
              <a:ext uri="{FF2B5EF4-FFF2-40B4-BE49-F238E27FC236}">
                <a16:creationId xmlns:a16="http://schemas.microsoft.com/office/drawing/2014/main" id="{AA857B83-9153-49AA-D108-4AD6C63A6C53}"/>
              </a:ext>
            </a:extLst>
          </p:cNvPr>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16</a:t>
            </a:fld>
            <a:endParaRPr/>
          </a:p>
        </p:txBody>
      </p:sp>
      <p:pic>
        <p:nvPicPr>
          <p:cNvPr id="3" name="Grafik 2" descr="Ein Bild, das Text, Screenshot, Schrift, Visitenkarte enthält.&#10;&#10;KI-generierte Inhalte können fehlerhaft sein.">
            <a:extLst>
              <a:ext uri="{FF2B5EF4-FFF2-40B4-BE49-F238E27FC236}">
                <a16:creationId xmlns:a16="http://schemas.microsoft.com/office/drawing/2014/main" id="{93EDBC45-104F-30B7-125E-AA6F639F64A1}"/>
              </a:ext>
            </a:extLst>
          </p:cNvPr>
          <p:cNvPicPr>
            <a:picLocks noChangeAspect="1"/>
          </p:cNvPicPr>
          <p:nvPr/>
        </p:nvPicPr>
        <p:blipFill>
          <a:blip r:embed="rId3"/>
          <a:stretch>
            <a:fillRect/>
          </a:stretch>
        </p:blipFill>
        <p:spPr>
          <a:xfrm>
            <a:off x="3848101" y="1196339"/>
            <a:ext cx="5726935" cy="2097069"/>
          </a:xfrm>
          <a:prstGeom prst="rect">
            <a:avLst/>
          </a:prstGeom>
        </p:spPr>
      </p:pic>
    </p:spTree>
    <p:extLst>
      <p:ext uri="{BB962C8B-B14F-4D97-AF65-F5344CB8AC3E}">
        <p14:creationId xmlns:p14="http://schemas.microsoft.com/office/powerpoint/2010/main" val="15220914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27"/>
        <p:cNvGrpSpPr/>
        <p:nvPr/>
      </p:nvGrpSpPr>
      <p:grpSpPr>
        <a:xfrm>
          <a:off x="0" y="0"/>
          <a:ext cx="0" cy="0"/>
          <a:chOff x="0" y="0"/>
          <a:chExt cx="0" cy="0"/>
        </a:xfrm>
      </p:grpSpPr>
      <p:grpSp>
        <p:nvGrpSpPr>
          <p:cNvPr id="1028" name="Google Shape;1028;p120"/>
          <p:cNvGrpSpPr/>
          <p:nvPr/>
        </p:nvGrpSpPr>
        <p:grpSpPr>
          <a:xfrm>
            <a:off x="0" y="0"/>
            <a:ext cx="2473800" cy="4131000"/>
            <a:chOff x="0" y="0"/>
            <a:chExt cx="2473800" cy="4131000"/>
          </a:xfrm>
        </p:grpSpPr>
        <p:sp>
          <p:nvSpPr>
            <p:cNvPr id="1029" name="Google Shape;1029;p120"/>
            <p:cNvSpPr/>
            <p:nvPr/>
          </p:nvSpPr>
          <p:spPr>
            <a:xfrm>
              <a:off x="0" y="1012500"/>
              <a:ext cx="2473800" cy="8700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30" name="Google Shape;1030;p120"/>
            <p:cNvCxnSpPr/>
            <p:nvPr/>
          </p:nvCxnSpPr>
          <p:spPr>
            <a:xfrm rot="10800000">
              <a:off x="711250" y="0"/>
              <a:ext cx="0" cy="4131000"/>
            </a:xfrm>
            <a:prstGeom prst="straightConnector1">
              <a:avLst/>
            </a:prstGeom>
            <a:noFill/>
            <a:ln w="9525" cap="flat" cmpd="sng">
              <a:solidFill>
                <a:schemeClr val="dk1"/>
              </a:solidFill>
              <a:prstDash val="solid"/>
              <a:round/>
              <a:headEnd type="none" w="med" len="med"/>
              <a:tailEnd type="none" w="med" len="med"/>
            </a:ln>
          </p:spPr>
        </p:cxnSp>
      </p:grpSp>
      <p:sp>
        <p:nvSpPr>
          <p:cNvPr id="1031" name="Google Shape;1031;p120"/>
          <p:cNvSpPr txBox="1">
            <a:spLocks noGrp="1"/>
          </p:cNvSpPr>
          <p:nvPr>
            <p:ph type="title"/>
          </p:nvPr>
        </p:nvSpPr>
        <p:spPr>
          <a:xfrm>
            <a:off x="1512075" y="2036300"/>
            <a:ext cx="3809100" cy="147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a:t>
            </a:r>
            <a:endParaRPr/>
          </a:p>
        </p:txBody>
      </p:sp>
      <p:sp>
        <p:nvSpPr>
          <p:cNvPr id="1032" name="Google Shape;1032;p120"/>
          <p:cNvSpPr txBox="1">
            <a:spLocks noGrp="1"/>
          </p:cNvSpPr>
          <p:nvPr>
            <p:ph type="title" idx="2"/>
          </p:nvPr>
        </p:nvSpPr>
        <p:spPr>
          <a:xfrm>
            <a:off x="1512075" y="1012500"/>
            <a:ext cx="1076100" cy="870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04</a:t>
            </a:r>
            <a:endParaRPr/>
          </a:p>
        </p:txBody>
      </p:sp>
      <p:sp>
        <p:nvSpPr>
          <p:cNvPr id="1033" name="Google Shape;1033;p120"/>
          <p:cNvSpPr txBox="1">
            <a:spLocks noGrp="1"/>
          </p:cNvSpPr>
          <p:nvPr>
            <p:ph type="subTitle" idx="1"/>
          </p:nvPr>
        </p:nvSpPr>
        <p:spPr>
          <a:xfrm>
            <a:off x="1512075" y="3573275"/>
            <a:ext cx="3205200" cy="697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a:t>Importance of the results and future outlook</a:t>
            </a:r>
            <a:endParaRPr sz="1400"/>
          </a:p>
          <a:p>
            <a:pPr marL="0" lvl="0" indent="0" algn="l" rtl="0">
              <a:spcBef>
                <a:spcPts val="0"/>
              </a:spcBef>
              <a:spcAft>
                <a:spcPts val="0"/>
              </a:spcAft>
              <a:buNone/>
            </a:pPr>
            <a:endParaRPr sz="1400"/>
          </a:p>
          <a:p>
            <a:pPr marL="0" lvl="0" indent="0" algn="l" rtl="0">
              <a:spcBef>
                <a:spcPts val="0"/>
              </a:spcBef>
              <a:spcAft>
                <a:spcPts val="0"/>
              </a:spcAft>
              <a:buNone/>
            </a:pPr>
            <a:endParaRPr/>
          </a:p>
        </p:txBody>
      </p:sp>
      <p:sp>
        <p:nvSpPr>
          <p:cNvPr id="1034" name="Google Shape;1034;p120"/>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21"/>
          <p:cNvSpPr txBox="1">
            <a:spLocks noGrp="1"/>
          </p:cNvSpPr>
          <p:nvPr>
            <p:ph type="body" idx="1"/>
          </p:nvPr>
        </p:nvSpPr>
        <p:spPr>
          <a:xfrm>
            <a:off x="713225" y="1630850"/>
            <a:ext cx="3784315" cy="2747700"/>
          </a:xfrm>
          <a:prstGeom prst="rect">
            <a:avLst/>
          </a:prstGeom>
        </p:spPr>
        <p:txBody>
          <a:bodyPr spcFirstLastPara="1" wrap="square" lIns="91425" tIns="91425" rIns="91425" bIns="91425" anchor="t" anchorCtr="0">
            <a:noAutofit/>
          </a:bodyPr>
          <a:lstStyle/>
          <a:p>
            <a:pPr marL="457200" lvl="0" indent="-336550" algn="l" rtl="0">
              <a:lnSpc>
                <a:spcPct val="200000"/>
              </a:lnSpc>
              <a:spcBef>
                <a:spcPts val="0"/>
              </a:spcBef>
              <a:spcAft>
                <a:spcPts val="0"/>
              </a:spcAft>
              <a:buSzPts val="1700"/>
              <a:buChar char="■"/>
            </a:pPr>
            <a:r>
              <a:rPr lang="en-US" sz="1700" dirty="0"/>
              <a:t>Why </a:t>
            </a:r>
            <a:r>
              <a:rPr lang="en-US" sz="1700" dirty="0" err="1"/>
              <a:t>Microblaze</a:t>
            </a:r>
            <a:r>
              <a:rPr lang="en-US" sz="1700" dirty="0"/>
              <a:t>-V approach failed</a:t>
            </a:r>
          </a:p>
          <a:p>
            <a:pPr marL="457200" lvl="0" indent="-336550" algn="l" rtl="0">
              <a:lnSpc>
                <a:spcPct val="200000"/>
              </a:lnSpc>
              <a:spcBef>
                <a:spcPts val="0"/>
              </a:spcBef>
              <a:spcAft>
                <a:spcPts val="0"/>
              </a:spcAft>
              <a:buSzPts val="1700"/>
              <a:buChar char="■"/>
            </a:pPr>
            <a:r>
              <a:rPr lang="en-US" sz="1700" dirty="0"/>
              <a:t>Devices are communicating without problems</a:t>
            </a:r>
          </a:p>
          <a:p>
            <a:pPr marL="457200" lvl="0" indent="-336550" algn="l" rtl="0">
              <a:lnSpc>
                <a:spcPct val="200000"/>
              </a:lnSpc>
              <a:spcBef>
                <a:spcPts val="0"/>
              </a:spcBef>
              <a:spcAft>
                <a:spcPts val="0"/>
              </a:spcAft>
              <a:buSzPts val="1700"/>
              <a:buChar char="■"/>
            </a:pPr>
            <a:r>
              <a:rPr lang="en-US" sz="1700" dirty="0"/>
              <a:t>FPGA-</a:t>
            </a:r>
            <a:r>
              <a:rPr lang="en-US" sz="1700" dirty="0" err="1"/>
              <a:t>uC</a:t>
            </a:r>
            <a:r>
              <a:rPr lang="en-US" sz="1700" dirty="0"/>
              <a:t> in IoT can be practical</a:t>
            </a:r>
          </a:p>
          <a:p>
            <a:pPr marL="457200" lvl="0" indent="-336550" algn="l" rtl="0">
              <a:lnSpc>
                <a:spcPct val="200000"/>
              </a:lnSpc>
              <a:spcBef>
                <a:spcPts val="0"/>
              </a:spcBef>
              <a:spcAft>
                <a:spcPts val="0"/>
              </a:spcAft>
              <a:buSzPts val="1700"/>
              <a:buChar char="■"/>
            </a:pPr>
            <a:endParaRPr sz="1700" dirty="0"/>
          </a:p>
        </p:txBody>
      </p:sp>
      <p:sp>
        <p:nvSpPr>
          <p:cNvPr id="1040" name="Google Shape;1040;p121"/>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a:t>Discussion</a:t>
            </a:r>
            <a:endParaRPr/>
          </a:p>
        </p:txBody>
      </p:sp>
      <p:sp>
        <p:nvSpPr>
          <p:cNvPr id="1041" name="Google Shape;1041;p121"/>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18</a:t>
            </a:fld>
            <a:endParaRPr/>
          </a:p>
        </p:txBody>
      </p:sp>
      <p:pic>
        <p:nvPicPr>
          <p:cNvPr id="2" name="terminal">
            <a:hlinkClick r:id="" action="ppaction://media"/>
            <a:extLst>
              <a:ext uri="{FF2B5EF4-FFF2-40B4-BE49-F238E27FC236}">
                <a16:creationId xmlns:a16="http://schemas.microsoft.com/office/drawing/2014/main" id="{BB6B3F04-A409-C7CB-7B6C-F48FEFC85BC2}"/>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97540" y="1551710"/>
            <a:ext cx="4333564" cy="27477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066"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45"/>
        <p:cNvGrpSpPr/>
        <p:nvPr/>
      </p:nvGrpSpPr>
      <p:grpSpPr>
        <a:xfrm>
          <a:off x="0" y="0"/>
          <a:ext cx="0" cy="0"/>
          <a:chOff x="0" y="0"/>
          <a:chExt cx="0" cy="0"/>
        </a:xfrm>
      </p:grpSpPr>
      <p:sp>
        <p:nvSpPr>
          <p:cNvPr id="1046" name="Google Shape;1046;p122"/>
          <p:cNvSpPr txBox="1">
            <a:spLocks noGrp="1"/>
          </p:cNvSpPr>
          <p:nvPr>
            <p:ph type="body" idx="1"/>
          </p:nvPr>
        </p:nvSpPr>
        <p:spPr>
          <a:xfrm>
            <a:off x="713225" y="1630850"/>
            <a:ext cx="8322600" cy="2747700"/>
          </a:xfrm>
          <a:prstGeom prst="rect">
            <a:avLst/>
          </a:prstGeom>
        </p:spPr>
        <p:txBody>
          <a:bodyPr spcFirstLastPara="1" wrap="square" lIns="91425" tIns="91425" rIns="91425" bIns="91425" anchor="t" anchorCtr="0">
            <a:noAutofit/>
          </a:bodyPr>
          <a:lstStyle/>
          <a:p>
            <a:pPr marL="457200" lvl="0" indent="-336550" algn="l" rtl="0">
              <a:lnSpc>
                <a:spcPct val="200000"/>
              </a:lnSpc>
              <a:spcBef>
                <a:spcPts val="0"/>
              </a:spcBef>
              <a:spcAft>
                <a:spcPts val="0"/>
              </a:spcAft>
              <a:buSzPts val="1700"/>
              <a:buChar char="■"/>
            </a:pPr>
            <a:r>
              <a:rPr lang="en-US" sz="1700" dirty="0"/>
              <a:t>Online dashboard</a:t>
            </a:r>
            <a:endParaRPr sz="1700" dirty="0"/>
          </a:p>
          <a:p>
            <a:pPr marL="457200" lvl="0" indent="-336550" algn="l" rtl="0">
              <a:lnSpc>
                <a:spcPct val="200000"/>
              </a:lnSpc>
              <a:spcBef>
                <a:spcPts val="0"/>
              </a:spcBef>
              <a:spcAft>
                <a:spcPts val="0"/>
              </a:spcAft>
              <a:buSzPts val="1700"/>
              <a:buChar char="■"/>
            </a:pPr>
            <a:r>
              <a:rPr lang="en" sz="1700" dirty="0"/>
              <a:t>Additional nodes including actuators</a:t>
            </a:r>
          </a:p>
          <a:p>
            <a:pPr marL="457200" lvl="0" indent="-336550" algn="l" rtl="0">
              <a:lnSpc>
                <a:spcPct val="200000"/>
              </a:lnSpc>
              <a:spcBef>
                <a:spcPts val="0"/>
              </a:spcBef>
              <a:spcAft>
                <a:spcPts val="0"/>
              </a:spcAft>
              <a:buSzPts val="1700"/>
              <a:buChar char="■"/>
            </a:pPr>
            <a:r>
              <a:rPr lang="en" sz="1700" dirty="0"/>
              <a:t>PCB design for the FPGA-uC</a:t>
            </a:r>
            <a:endParaRPr sz="1700" dirty="0"/>
          </a:p>
        </p:txBody>
      </p:sp>
      <p:sp>
        <p:nvSpPr>
          <p:cNvPr id="1047" name="Google Shape;1047;p122"/>
          <p:cNvSpPr txBox="1">
            <a:spLocks noGrp="1"/>
          </p:cNvSpPr>
          <p:nvPr>
            <p:ph type="title"/>
          </p:nvPr>
        </p:nvSpPr>
        <p:spPr>
          <a:xfrm>
            <a:off x="713225" y="470650"/>
            <a:ext cx="7717500" cy="549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4200"/>
              <a:t>Future plans</a:t>
            </a:r>
            <a:endParaRPr/>
          </a:p>
        </p:txBody>
      </p:sp>
      <p:sp>
        <p:nvSpPr>
          <p:cNvPr id="1048" name="Google Shape;1048;p122"/>
          <p:cNvSpPr txBox="1">
            <a:spLocks noGrp="1"/>
          </p:cNvSpPr>
          <p:nvPr>
            <p:ph type="sldNum" idx="12"/>
          </p:nvPr>
        </p:nvSpPr>
        <p:spPr>
          <a:xfrm>
            <a:off x="8556784" y="4749851"/>
            <a:ext cx="548700" cy="393600"/>
          </a:xfrm>
          <a:prstGeom prst="rect">
            <a:avLst/>
          </a:prstGeom>
        </p:spPr>
        <p:txBody>
          <a:bodyPr spcFirstLastPara="1" wrap="square" lIns="91425" tIns="91425" rIns="91425" bIns="91425" anchor="t" anchorCtr="0">
            <a:noAutofit/>
          </a:bodyPr>
          <a:lstStyle/>
          <a:p>
            <a:pPr marL="0" lvl="0" indent="0" algn="r" rtl="0">
              <a:spcBef>
                <a:spcPts val="0"/>
              </a:spcBef>
              <a:spcAft>
                <a:spcPts val="0"/>
              </a:spcAft>
              <a:buNone/>
            </a:pPr>
            <a:fld id="{00000000-1234-1234-1234-123412341234}" type="slidenum">
              <a:rPr lang="en"/>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52"/>
        <p:cNvGrpSpPr/>
        <p:nvPr/>
      </p:nvGrpSpPr>
      <p:grpSpPr>
        <a:xfrm>
          <a:off x="0" y="0"/>
          <a:ext cx="0" cy="0"/>
          <a:chOff x="0" y="0"/>
          <a:chExt cx="0" cy="0"/>
        </a:xfrm>
      </p:grpSpPr>
      <p:sp>
        <p:nvSpPr>
          <p:cNvPr id="1053" name="Google Shape;1053;p123"/>
          <p:cNvSpPr txBox="1">
            <a:spLocks noGrp="1"/>
          </p:cNvSpPr>
          <p:nvPr>
            <p:ph type="title"/>
          </p:nvPr>
        </p:nvSpPr>
        <p:spPr>
          <a:xfrm>
            <a:off x="2253750" y="1670575"/>
            <a:ext cx="4636500" cy="18471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Thank you for your attention</a:t>
            </a:r>
            <a:endParaRPr dirty="0"/>
          </a:p>
        </p:txBody>
      </p:sp>
    </p:spTree>
  </p:cSld>
  <p:clrMapOvr>
    <a:masterClrMapping/>
  </p:clrMapOvr>
</p:sld>
</file>

<file path=ppt/theme/theme1.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Formulating a Research Problem for University Students by Slidesgo">
  <a:themeElements>
    <a:clrScheme name="Simple Light">
      <a:dk1>
        <a:srgbClr val="0A0A0A"/>
      </a:dk1>
      <a:lt1>
        <a:srgbClr val="F9F9F9"/>
      </a:lt1>
      <a:dk2>
        <a:srgbClr val="DDDDDD"/>
      </a:dk2>
      <a:lt2>
        <a:srgbClr val="B3B4B3"/>
      </a:lt2>
      <a:accent1>
        <a:srgbClr val="878887"/>
      </a:accent1>
      <a:accent2>
        <a:srgbClr val="5F6160"/>
      </a:accent2>
      <a:accent3>
        <a:srgbClr val="FFFFFF"/>
      </a:accent3>
      <a:accent4>
        <a:srgbClr val="FFFFFF"/>
      </a:accent4>
      <a:accent5>
        <a:srgbClr val="FFFFFF"/>
      </a:accent5>
      <a:accent6>
        <a:srgbClr val="FFFFFF"/>
      </a:accent6>
      <a:hlink>
        <a:srgbClr val="0A0A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1048</Words>
  <Application>Microsoft Office PowerPoint</Application>
  <PresentationFormat>Bildschirmpräsentation (16:9)</PresentationFormat>
  <Paragraphs>105</Paragraphs>
  <Slides>20</Slides>
  <Notes>20</Notes>
  <HiddenSlides>0</HiddenSlides>
  <MMClips>1</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20</vt:i4>
      </vt:variant>
    </vt:vector>
  </HeadingPairs>
  <TitlesOfParts>
    <vt:vector size="29" baseType="lpstr">
      <vt:lpstr>Arial</vt:lpstr>
      <vt:lpstr>Chivo</vt:lpstr>
      <vt:lpstr>Commissioner</vt:lpstr>
      <vt:lpstr>Golos Text SemiBold</vt:lpstr>
      <vt:lpstr>Golos Text</vt:lpstr>
      <vt:lpstr>Red Hat Display</vt:lpstr>
      <vt:lpstr>Formulating a Research Problem for University Students by Slidesgo</vt:lpstr>
      <vt:lpstr>Formulating a Research Problem for University Students by Slidesgo</vt:lpstr>
      <vt:lpstr>Formulating a Research Problem for University Students by Slidesgo</vt:lpstr>
      <vt:lpstr>IoT implementation using FPGA-Microcontroller communication</vt:lpstr>
      <vt:lpstr>Table of contents</vt:lpstr>
      <vt:lpstr>Motivation</vt:lpstr>
      <vt:lpstr>IoT</vt:lpstr>
      <vt:lpstr>FPGAS</vt:lpstr>
      <vt:lpstr>Motivation</vt:lpstr>
      <vt:lpstr>Methodology</vt:lpstr>
      <vt:lpstr>Block diagram</vt:lpstr>
      <vt:lpstr>Implementation</vt:lpstr>
      <vt:lpstr>I2C master</vt:lpstr>
      <vt:lpstr>I2C master</vt:lpstr>
      <vt:lpstr>SPI slave</vt:lpstr>
      <vt:lpstr>SPI slave</vt:lpstr>
      <vt:lpstr>SPI Master</vt:lpstr>
      <vt:lpstr>MQTT node</vt:lpstr>
      <vt:lpstr>MQTT node</vt:lpstr>
      <vt:lpstr>Discussion</vt:lpstr>
      <vt:lpstr>Discussion</vt:lpstr>
      <vt:lpstr>Future plans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Antwan</cp:lastModifiedBy>
  <cp:revision>4</cp:revision>
  <dcterms:modified xsi:type="dcterms:W3CDTF">2025-03-13T11:16:09Z</dcterms:modified>
</cp:coreProperties>
</file>